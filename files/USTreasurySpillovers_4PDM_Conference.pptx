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7" r:id="rId1"/>
    <p:sldMasterId id="2147483677" r:id="rId2"/>
    <p:sldMasterId id="2147483694" r:id="rId3"/>
    <p:sldMasterId id="2147483718" r:id="rId4"/>
  </p:sldMasterIdLst>
  <p:notesMasterIdLst>
    <p:notesMasterId r:id="rId18"/>
  </p:notesMasterIdLst>
  <p:sldIdLst>
    <p:sldId id="2147377196" r:id="rId5"/>
    <p:sldId id="2147378950" r:id="rId6"/>
    <p:sldId id="2147378951" r:id="rId7"/>
    <p:sldId id="2147378930" r:id="rId8"/>
    <p:sldId id="2147378844" r:id="rId9"/>
    <p:sldId id="2147378878" r:id="rId10"/>
    <p:sldId id="2147378931" r:id="rId11"/>
    <p:sldId id="2147378879" r:id="rId12"/>
    <p:sldId id="2147378880" r:id="rId13"/>
    <p:sldId id="2147378881" r:id="rId14"/>
    <p:sldId id="2147378934" r:id="rId15"/>
    <p:sldId id="2147378939" r:id="rId16"/>
    <p:sldId id="2147378948" r:id="rId17"/>
  </p:sldIdLst>
  <p:sldSz cx="12192000" cy="6858000"/>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DC41306-5E0A-B24A-A36D-1E777B6B2800}" name="Solovyeva, Alexandra" initials="SA" userId="S::asolovyeva@imf.org::dcecaa5e-9cfd-40be-96b0-f2d0bf2091ce" providerId="AD"/>
  <p188:author id="{3328A23B-FB07-D671-C086-40A3173E13C2}" name="Furceri, Davide" initials="FD" userId="S::DFurceri@imf.org::dd63219c-9f02-4347-bee1-c0c44823417a" providerId="AD"/>
  <p188:author id="{BCFD9E40-AA81-24F5-34C5-F9DE9CE936AE}" name="Kisat, Faizaan" initials="KF" userId="S::FKisat@imf.org::0c36832c-0a6f-430d-9816-527db0abf537" providerId="AD"/>
  <p188:author id="{A3BF1042-2A99-E346-8F51-E4DA7F185705}" name="Lam, Waikei Raphael" initials="LR" userId="S::wlam@imf.org::164d0628-58cd-4919-b4ba-07525e7c817b" providerId="AD"/>
  <p188:author id="{A7B24745-40DA-7EF2-05D3-4E4DBE1C22D6}" name="Wei, Zhonghao" initials="WZ" userId="S::ZWei@imf.org::5f5bbbf5-0821-435c-a48f-5cdf1121bc19" providerId="AD"/>
  <p188:author id="{95F86747-B93A-861E-38BA-A658E5B5756F}" name="Saksonovs, Sergejs" initials="SS" userId="S::SSaksonovs@imf.org::4c6ab326-dc89-40d5-8b97-2520abfcef83" providerId="AD"/>
  <p188:author id="{C6EB6855-9411-0907-B744-3319BF41F01B}" name="Menkulasi, Jeta" initials="MJ" userId="S::JMenkulasi@imf.org::2fdb47df-5677-4335-abd5-0054f9875e98" providerId="AD"/>
  <p188:author id="{59C2445A-FBDF-FB1E-87FA-E890C819BBE7}" name="Lam, Waikei Raphael" initials="LWR" userId="S::WLam@imf.org::164d0628-58cd-4919-b4ba-07525e7c817b" providerId="AD"/>
  <p188:author id="{1862915A-7A9E-CD33-604D-61E274F899E0}" name="Nguyen, Anh Dinh Minh" initials="NADM" userId="S::ANguyen3@imf.org::56164350-3fd7-40bc-9fc2-9784ad493a57" providerId="AD"/>
  <p188:author id="{0351EC5F-A86E-3765-9D86-60F3A8E21580}" name="Wei, Zhonghao" initials="WZ" userId="S::zwei@imf.org::5f5bbbf5-0821-435c-a48f-5cdf1121bc19" providerId="AD"/>
  <p188:author id="{E7B5D78F-9E7B-B019-0BF5-160E245BACFF}" name="Richmond, Christine Jane" initials="RCJ" userId="S::CRichmond@imf.org::c36a1b46-8a75-47c0-8ec7-87a5e0b5151a" providerId="AD"/>
  <p188:author id="{7C147A96-3802-F621-5583-7BBB7F24CC3F}" name="Dabla-Norris, Era" initials="DNE" userId="S::EDABLANORRIS@imf.org::202c966d-145d-4171-9158-b62ce9c4749c" providerId="AD"/>
  <p188:author id="{C3C071BE-76C5-25AB-B06F-4F9703C1D6F3}" name="Liu, Li" initials="LL" userId="S::LLiu@imf.org::ee9471e1-d4a5-4a10-9537-70f613a34120" providerId="AD"/>
  <p188:author id="{D194A2D7-3EFF-D382-EECC-D108DE05C7D4}" name="Li, Shelley" initials="" userId="S::XLi7@imf.org::07b98855-8a21-4661-bb6f-279e191f9ac0" providerId="AD"/>
  <p188:author id="{D2C88BD8-9B7A-E1B2-FC84-64CA13DCF2AC}" name="Garcia-Macia, Daniel" initials="GMD" userId="S::DGarciaMacia@imf.org::760b6916-1982-4966-a17d-b7efacb1cbde" providerId="AD"/>
  <p188:author id="{E1C3A2DE-E92C-8426-030C-5E70BF61A6B3}" name="Dabla-Norris, Era" initials="DNE" userId="S::EDABLANORRIS@IMF.ORG::202c966d-145d-4171-9158-b62ce9c4749c" providerId="AD"/>
  <p188:author id="{A5CF00F1-6C8E-B2E7-4B65-632D5F9CFA85}" name="Solovyeva, Alexandra" initials="SA" userId="S::ASolovyeva@imf.org::dcecaa5e-9cfd-40be-96b0-f2d0bf2091ce" providerId="AD"/>
  <p188:author id="{047299FB-1A66-8C1C-C232-8A61826A7190}" name="Dabla-Norris, Era" initials="DE" userId="S::edablanorris@imf.org::202c966d-145d-4171-9158-b62ce9c4749c"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Amaglobeli, David" initials="AD" lastIdx="8" clrIdx="0">
    <p:extLst>
      <p:ext uri="{19B8F6BF-5375-455C-9EA6-DF929625EA0E}">
        <p15:presenceInfo xmlns:p15="http://schemas.microsoft.com/office/powerpoint/2012/main" userId="S-1-5-21-2133556540-1006569411-724182803-214128" providerId="AD"/>
      </p:ext>
    </p:extLst>
  </p:cmAuthor>
  <p:cmAuthor id="2" name="Amaglobeli, David" initials="AD [2]" lastIdx="1" clrIdx="1">
    <p:extLst>
      <p:ext uri="{19B8F6BF-5375-455C-9EA6-DF929625EA0E}">
        <p15:presenceInfo xmlns:p15="http://schemas.microsoft.com/office/powerpoint/2012/main" userId="S::DAmaglobeli@IMF.ORG::55e6cb3b-17ca-4020-8592-898b58deb189" providerId="AD"/>
      </p:ext>
    </p:extLst>
  </p:cmAuthor>
  <p:cmAuthor id="3" name="Fournier, Jean-Marc" initials="FJ" lastIdx="1" clrIdx="2">
    <p:extLst>
      <p:ext uri="{19B8F6BF-5375-455C-9EA6-DF929625EA0E}">
        <p15:presenceInfo xmlns:p15="http://schemas.microsoft.com/office/powerpoint/2012/main" userId="S::JFournier2@imf.org::95a6ad44-0623-4369-9f97-84e1454e3d6d" providerId="AD"/>
      </p:ext>
    </p:extLst>
  </p:cmAuthor>
  <p:cmAuthor id="4" name="Coelho, Maria" initials="CM" lastIdx="4" clrIdx="3">
    <p:extLst>
      <p:ext uri="{19B8F6BF-5375-455C-9EA6-DF929625EA0E}">
        <p15:presenceInfo xmlns:p15="http://schemas.microsoft.com/office/powerpoint/2012/main" userId="S::MCoelho@imf.org::ff4dbb71-a845-4e04-b144-f73ea3af5c23" providerId="AD"/>
      </p:ext>
    </p:extLst>
  </p:cmAuthor>
  <p:cmAuthor id="5" name="Piazza, Roberto" initials="PR" lastIdx="2" clrIdx="4">
    <p:extLst>
      <p:ext uri="{19B8F6BF-5375-455C-9EA6-DF929625EA0E}">
        <p15:presenceInfo xmlns:p15="http://schemas.microsoft.com/office/powerpoint/2012/main" userId="S::RPiazza2@imf.org::0b640b1a-16a5-4d15-acb1-51f8813d4ac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0AD47"/>
    <a:srgbClr val="004C97"/>
    <a:srgbClr val="0070C0"/>
    <a:srgbClr val="7030A0"/>
    <a:srgbClr val="FFCC66"/>
    <a:srgbClr val="C5EEFF"/>
    <a:srgbClr val="B48900"/>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068" autoAdjust="0"/>
    <p:restoredTop sz="84017" autoAdjust="0"/>
  </p:normalViewPr>
  <p:slideViewPr>
    <p:cSldViewPr snapToGrid="0">
      <p:cViewPr>
        <p:scale>
          <a:sx n="58" d="100"/>
          <a:sy n="58" d="100"/>
        </p:scale>
        <p:origin x="572" y="2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commentAuthors" Target="commentAuthor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7072"/>
          </a:xfrm>
          <a:prstGeom prst="rect">
            <a:avLst/>
          </a:prstGeom>
        </p:spPr>
        <p:txBody>
          <a:bodyPr vert="horz" lIns="93312" tIns="46656" rIns="93312" bIns="46656" rtlCol="0"/>
          <a:lstStyle>
            <a:lvl1pPr algn="l">
              <a:defRPr sz="1200"/>
            </a:lvl1pPr>
          </a:lstStyle>
          <a:p>
            <a:endParaRPr lang="en-US"/>
          </a:p>
        </p:txBody>
      </p:sp>
      <p:sp>
        <p:nvSpPr>
          <p:cNvPr id="3" name="Date Placeholder 2"/>
          <p:cNvSpPr>
            <a:spLocks noGrp="1"/>
          </p:cNvSpPr>
          <p:nvPr>
            <p:ph type="dt" idx="1"/>
          </p:nvPr>
        </p:nvSpPr>
        <p:spPr>
          <a:xfrm>
            <a:off x="3978132" y="0"/>
            <a:ext cx="3043343" cy="467072"/>
          </a:xfrm>
          <a:prstGeom prst="rect">
            <a:avLst/>
          </a:prstGeom>
        </p:spPr>
        <p:txBody>
          <a:bodyPr vert="horz" lIns="93312" tIns="46656" rIns="93312" bIns="46656" rtlCol="0"/>
          <a:lstStyle>
            <a:lvl1pPr algn="r">
              <a:defRPr sz="1200"/>
            </a:lvl1pPr>
          </a:lstStyle>
          <a:p>
            <a:fld id="{1ACDF75D-30D1-4DCD-832B-7DAA2522113F}" type="datetimeFigureOut">
              <a:rPr lang="en-US" smtClean="0"/>
              <a:t>9/8/2026</a:t>
            </a:fld>
            <a:endParaRPr lang="en-US"/>
          </a:p>
        </p:txBody>
      </p:sp>
      <p:sp>
        <p:nvSpPr>
          <p:cNvPr id="4" name="Slide Image Placeholder 3"/>
          <p:cNvSpPr>
            <a:spLocks noGrp="1" noRot="1" noChangeAspect="1"/>
          </p:cNvSpPr>
          <p:nvPr>
            <p:ph type="sldImg" idx="2"/>
          </p:nvPr>
        </p:nvSpPr>
        <p:spPr>
          <a:xfrm>
            <a:off x="719138" y="1163638"/>
            <a:ext cx="5584825" cy="3141662"/>
          </a:xfrm>
          <a:prstGeom prst="rect">
            <a:avLst/>
          </a:prstGeom>
          <a:noFill/>
          <a:ln w="12700">
            <a:solidFill>
              <a:prstClr val="black"/>
            </a:solidFill>
          </a:ln>
        </p:spPr>
        <p:txBody>
          <a:bodyPr vert="horz" lIns="93312" tIns="46656" rIns="93312" bIns="46656" rtlCol="0" anchor="ctr"/>
          <a:lstStyle/>
          <a:p>
            <a:endParaRPr lang="en-US"/>
          </a:p>
        </p:txBody>
      </p:sp>
      <p:sp>
        <p:nvSpPr>
          <p:cNvPr id="5" name="Notes Placeholder 4"/>
          <p:cNvSpPr>
            <a:spLocks noGrp="1"/>
          </p:cNvSpPr>
          <p:nvPr>
            <p:ph type="body" sz="quarter" idx="3"/>
          </p:nvPr>
        </p:nvSpPr>
        <p:spPr>
          <a:xfrm>
            <a:off x="702310" y="4480004"/>
            <a:ext cx="5618480" cy="3665458"/>
          </a:xfrm>
          <a:prstGeom prst="rect">
            <a:avLst/>
          </a:prstGeom>
        </p:spPr>
        <p:txBody>
          <a:bodyPr vert="horz" lIns="93312" tIns="46656" rIns="93312" bIns="46656"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31"/>
            <a:ext cx="3043343" cy="467071"/>
          </a:xfrm>
          <a:prstGeom prst="rect">
            <a:avLst/>
          </a:prstGeom>
        </p:spPr>
        <p:txBody>
          <a:bodyPr vert="horz" lIns="93312" tIns="46656" rIns="93312" bIns="46656" rtlCol="0" anchor="b"/>
          <a:lstStyle>
            <a:lvl1pPr algn="l">
              <a:defRPr sz="1200"/>
            </a:lvl1pPr>
          </a:lstStyle>
          <a:p>
            <a:endParaRPr lang="en-US"/>
          </a:p>
        </p:txBody>
      </p:sp>
      <p:sp>
        <p:nvSpPr>
          <p:cNvPr id="7" name="Slide Number Placeholder 6"/>
          <p:cNvSpPr>
            <a:spLocks noGrp="1"/>
          </p:cNvSpPr>
          <p:nvPr>
            <p:ph type="sldNum" sz="quarter" idx="5"/>
          </p:nvPr>
        </p:nvSpPr>
        <p:spPr>
          <a:xfrm>
            <a:off x="3978132" y="8842031"/>
            <a:ext cx="3043343" cy="467071"/>
          </a:xfrm>
          <a:prstGeom prst="rect">
            <a:avLst/>
          </a:prstGeom>
        </p:spPr>
        <p:txBody>
          <a:bodyPr vert="horz" lIns="93312" tIns="46656" rIns="93312" bIns="46656" rtlCol="0" anchor="b"/>
          <a:lstStyle>
            <a:lvl1pPr algn="r">
              <a:defRPr sz="1200"/>
            </a:lvl1pPr>
          </a:lstStyle>
          <a:p>
            <a:fld id="{9EE77001-0F41-42A4-965B-CA9ABD353B40}" type="slidenum">
              <a:rPr lang="en-US" smtClean="0"/>
              <a:t>‹#›</a:t>
            </a:fld>
            <a:endParaRPr lang="en-US"/>
          </a:p>
        </p:txBody>
      </p:sp>
    </p:spTree>
    <p:extLst>
      <p:ext uri="{BB962C8B-B14F-4D97-AF65-F5344CB8AC3E}">
        <p14:creationId xmlns:p14="http://schemas.microsoft.com/office/powerpoint/2010/main" val="40155180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fontAlgn="t"/>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9EE77001-0F41-42A4-965B-CA9ABD353B40}" type="slidenum">
              <a:rPr lang="en-US" smtClean="0"/>
              <a:t>1</a:t>
            </a:fld>
            <a:endParaRPr lang="en-US"/>
          </a:p>
        </p:txBody>
      </p:sp>
    </p:spTree>
    <p:extLst>
      <p:ext uri="{BB962C8B-B14F-4D97-AF65-F5344CB8AC3E}">
        <p14:creationId xmlns:p14="http://schemas.microsoft.com/office/powerpoint/2010/main" val="35320787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E1958-EFB1-2DB5-3B55-9A17AFCDE5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B42F8D-A72D-4D89-8DE8-441D58DFBE1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0EAC8C0-7510-8B2A-32A5-28D589A9CACE}"/>
              </a:ext>
            </a:extLst>
          </p:cNvPr>
          <p:cNvSpPr>
            <a:spLocks noGrp="1"/>
          </p:cNvSpPr>
          <p:nvPr>
            <p:ph type="body" idx="1"/>
          </p:nvPr>
        </p:nvSpPr>
        <p:spPr/>
        <p:txBody>
          <a:bodyPr/>
          <a:lstStyle/>
          <a:p>
            <a:pPr fontAlgn="t"/>
            <a:endParaRPr lang="en-US"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C8077E2A-122F-1C4B-2B81-47A96202AB74}"/>
              </a:ext>
            </a:extLst>
          </p:cNvPr>
          <p:cNvSpPr>
            <a:spLocks noGrp="1"/>
          </p:cNvSpPr>
          <p:nvPr>
            <p:ph type="sldNum" sz="quarter" idx="5"/>
          </p:nvPr>
        </p:nvSpPr>
        <p:spPr/>
        <p:txBody>
          <a:bodyPr/>
          <a:lstStyle/>
          <a:p>
            <a:fld id="{9EE77001-0F41-42A4-965B-CA9ABD353B40}" type="slidenum">
              <a:rPr lang="en-US" smtClean="0"/>
              <a:t>2</a:t>
            </a:fld>
            <a:endParaRPr lang="en-US"/>
          </a:p>
        </p:txBody>
      </p:sp>
    </p:spTree>
    <p:extLst>
      <p:ext uri="{BB962C8B-B14F-4D97-AF65-F5344CB8AC3E}">
        <p14:creationId xmlns:p14="http://schemas.microsoft.com/office/powerpoint/2010/main" val="3620270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8300E-12E1-3B56-A889-08B84D6129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EF6B9A-07D5-6570-7A0E-89B0F4DACF7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E6C6FE4-DA19-60C5-7636-82FF150D2F19}"/>
              </a:ext>
            </a:extLst>
          </p:cNvPr>
          <p:cNvSpPr>
            <a:spLocks noGrp="1"/>
          </p:cNvSpPr>
          <p:nvPr>
            <p:ph type="body" idx="1"/>
          </p:nvPr>
        </p:nvSpPr>
        <p:spPr/>
        <p:txBody>
          <a:bodyPr/>
          <a:lstStyle/>
          <a:p>
            <a:pPr fontAlgn="t"/>
            <a:endParaRPr lang="en-US"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DD1099DB-DF20-0228-66A7-DD7D280BB108}"/>
              </a:ext>
            </a:extLst>
          </p:cNvPr>
          <p:cNvSpPr>
            <a:spLocks noGrp="1"/>
          </p:cNvSpPr>
          <p:nvPr>
            <p:ph type="sldNum" sz="quarter" idx="5"/>
          </p:nvPr>
        </p:nvSpPr>
        <p:spPr/>
        <p:txBody>
          <a:bodyPr/>
          <a:lstStyle/>
          <a:p>
            <a:fld id="{9EE77001-0F41-42A4-965B-CA9ABD353B40}" type="slidenum">
              <a:rPr lang="en-US" smtClean="0"/>
              <a:t>3</a:t>
            </a:fld>
            <a:endParaRPr lang="en-US"/>
          </a:p>
        </p:txBody>
      </p:sp>
    </p:spTree>
    <p:extLst>
      <p:ext uri="{BB962C8B-B14F-4D97-AF65-F5344CB8AC3E}">
        <p14:creationId xmlns:p14="http://schemas.microsoft.com/office/powerpoint/2010/main" val="2986311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C5F56-8629-1178-A900-CC3E273DE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0550E8-6AF9-4B89-EC8F-1BE5E5C3F10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E8A31E4-17CF-6357-9023-C70287C42B07}"/>
              </a:ext>
            </a:extLst>
          </p:cNvPr>
          <p:cNvSpPr>
            <a:spLocks noGrp="1"/>
          </p:cNvSpPr>
          <p:nvPr>
            <p:ph type="body" idx="1"/>
          </p:nvPr>
        </p:nvSpPr>
        <p:spPr/>
        <p:txBody>
          <a:bodyPr/>
          <a:lstStyle/>
          <a:p>
            <a:pPr fontAlgn="t"/>
            <a:endParaRPr lang="en-US"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5EFFE857-F76E-7375-40F1-F05D031A7288}"/>
              </a:ext>
            </a:extLst>
          </p:cNvPr>
          <p:cNvSpPr>
            <a:spLocks noGrp="1"/>
          </p:cNvSpPr>
          <p:nvPr>
            <p:ph type="sldNum" sz="quarter" idx="5"/>
          </p:nvPr>
        </p:nvSpPr>
        <p:spPr/>
        <p:txBody>
          <a:bodyPr/>
          <a:lstStyle/>
          <a:p>
            <a:fld id="{9EE77001-0F41-42A4-965B-CA9ABD353B40}" type="slidenum">
              <a:rPr lang="en-US" smtClean="0"/>
              <a:t>4</a:t>
            </a:fld>
            <a:endParaRPr lang="en-US"/>
          </a:p>
        </p:txBody>
      </p:sp>
    </p:spTree>
    <p:extLst>
      <p:ext uri="{BB962C8B-B14F-4D97-AF65-F5344CB8AC3E}">
        <p14:creationId xmlns:p14="http://schemas.microsoft.com/office/powerpoint/2010/main" val="13766211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2870A-DB1E-2881-BFFF-1FBBC68E72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A7DBE2-4144-BC13-56CB-7AAD6CD1278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033BC02-48E9-5AB4-B718-25CF3A631CB0}"/>
              </a:ext>
            </a:extLst>
          </p:cNvPr>
          <p:cNvSpPr>
            <a:spLocks noGrp="1"/>
          </p:cNvSpPr>
          <p:nvPr>
            <p:ph type="body" idx="1"/>
          </p:nvPr>
        </p:nvSpPr>
        <p:spPr/>
        <p:txBody>
          <a:bodyPr/>
          <a:lstStyle/>
          <a:p>
            <a:endParaRPr lang="en-US" b="0" dirty="0"/>
          </a:p>
        </p:txBody>
      </p:sp>
      <p:sp>
        <p:nvSpPr>
          <p:cNvPr id="4" name="Slide Number Placeholder 3">
            <a:extLst>
              <a:ext uri="{FF2B5EF4-FFF2-40B4-BE49-F238E27FC236}">
                <a16:creationId xmlns:a16="http://schemas.microsoft.com/office/drawing/2014/main" id="{E8DE0922-09CB-31B6-AC07-AFEA8B1297E0}"/>
              </a:ext>
            </a:extLst>
          </p:cNvPr>
          <p:cNvSpPr>
            <a:spLocks noGrp="1"/>
          </p:cNvSpPr>
          <p:nvPr>
            <p:ph type="sldNum" sz="quarter" idx="5"/>
          </p:nvPr>
        </p:nvSpPr>
        <p:spPr/>
        <p:txBody>
          <a:bodyPr/>
          <a:lstStyle/>
          <a:p>
            <a:fld id="{9EE77001-0F41-42A4-965B-CA9ABD353B40}" type="slidenum">
              <a:rPr lang="en-US" smtClean="0"/>
              <a:t>5</a:t>
            </a:fld>
            <a:endParaRPr lang="en-US"/>
          </a:p>
        </p:txBody>
      </p:sp>
    </p:spTree>
    <p:extLst>
      <p:ext uri="{BB962C8B-B14F-4D97-AF65-F5344CB8AC3E}">
        <p14:creationId xmlns:p14="http://schemas.microsoft.com/office/powerpoint/2010/main" val="29046072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15D3F-C683-A945-B386-5F2A6C2536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09C34A-878F-74CD-816E-D98DD5C7980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50F3013-755C-C1FD-A662-44D593958252}"/>
              </a:ext>
            </a:extLst>
          </p:cNvPr>
          <p:cNvSpPr>
            <a:spLocks noGrp="1"/>
          </p:cNvSpPr>
          <p:nvPr>
            <p:ph type="body" idx="1"/>
          </p:nvPr>
        </p:nvSpPr>
        <p:spPr/>
        <p:txBody>
          <a:bodyPr/>
          <a:lstStyle/>
          <a:p>
            <a:pPr>
              <a:lnSpc>
                <a:spcPct val="110000"/>
              </a:lnSpc>
            </a:pPr>
            <a:endParaRPr lang="en-US" b="0" dirty="0"/>
          </a:p>
        </p:txBody>
      </p:sp>
      <p:sp>
        <p:nvSpPr>
          <p:cNvPr id="4" name="Slide Number Placeholder 3">
            <a:extLst>
              <a:ext uri="{FF2B5EF4-FFF2-40B4-BE49-F238E27FC236}">
                <a16:creationId xmlns:a16="http://schemas.microsoft.com/office/drawing/2014/main" id="{B8EAFB0B-B4BA-BDAD-8079-473E1153EDF3}"/>
              </a:ext>
            </a:extLst>
          </p:cNvPr>
          <p:cNvSpPr>
            <a:spLocks noGrp="1"/>
          </p:cNvSpPr>
          <p:nvPr>
            <p:ph type="sldNum" sz="quarter" idx="5"/>
          </p:nvPr>
        </p:nvSpPr>
        <p:spPr/>
        <p:txBody>
          <a:bodyPr/>
          <a:lstStyle/>
          <a:p>
            <a:fld id="{9EE77001-0F41-42A4-965B-CA9ABD353B40}" type="slidenum">
              <a:rPr lang="en-US" smtClean="0"/>
              <a:t>6</a:t>
            </a:fld>
            <a:endParaRPr lang="en-US"/>
          </a:p>
        </p:txBody>
      </p:sp>
    </p:spTree>
    <p:extLst>
      <p:ext uri="{BB962C8B-B14F-4D97-AF65-F5344CB8AC3E}">
        <p14:creationId xmlns:p14="http://schemas.microsoft.com/office/powerpoint/2010/main" val="31273958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5C402-C6B4-F92B-2936-D3E39A2CA6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A16919-4152-84D1-9215-502FD25C0EF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C21958B-EDD1-B0F5-8578-8E81CE517031}"/>
              </a:ext>
            </a:extLst>
          </p:cNvPr>
          <p:cNvSpPr>
            <a:spLocks noGrp="1"/>
          </p:cNvSpPr>
          <p:nvPr>
            <p:ph type="body" idx="1"/>
          </p:nvPr>
        </p:nvSpPr>
        <p:spPr/>
        <p:txBody>
          <a:bodyPr/>
          <a:lstStyle/>
          <a:p>
            <a:pPr>
              <a:lnSpc>
                <a:spcPct val="110000"/>
              </a:lnSpc>
            </a:pPr>
            <a:endParaRPr lang="en-US" b="0" dirty="0"/>
          </a:p>
        </p:txBody>
      </p:sp>
      <p:sp>
        <p:nvSpPr>
          <p:cNvPr id="4" name="Slide Number Placeholder 3">
            <a:extLst>
              <a:ext uri="{FF2B5EF4-FFF2-40B4-BE49-F238E27FC236}">
                <a16:creationId xmlns:a16="http://schemas.microsoft.com/office/drawing/2014/main" id="{BA29F6A2-CD98-3505-A5CD-1FF8EF10A1FF}"/>
              </a:ext>
            </a:extLst>
          </p:cNvPr>
          <p:cNvSpPr>
            <a:spLocks noGrp="1"/>
          </p:cNvSpPr>
          <p:nvPr>
            <p:ph type="sldNum" sz="quarter" idx="5"/>
          </p:nvPr>
        </p:nvSpPr>
        <p:spPr/>
        <p:txBody>
          <a:bodyPr/>
          <a:lstStyle/>
          <a:p>
            <a:fld id="{9EE77001-0F41-42A4-965B-CA9ABD353B40}" type="slidenum">
              <a:rPr lang="en-US" smtClean="0"/>
              <a:t>7</a:t>
            </a:fld>
            <a:endParaRPr lang="en-US"/>
          </a:p>
        </p:txBody>
      </p:sp>
    </p:spTree>
    <p:extLst>
      <p:ext uri="{BB962C8B-B14F-4D97-AF65-F5344CB8AC3E}">
        <p14:creationId xmlns:p14="http://schemas.microsoft.com/office/powerpoint/2010/main" val="24746340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3D83A-4548-3FF2-87DE-ED443C12FD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5A0C3F-DAFE-E6FF-0A58-3F942CA08C5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DCA3D1C-C59F-33B4-EDA8-591229C01BA0}"/>
              </a:ext>
            </a:extLst>
          </p:cNvPr>
          <p:cNvSpPr>
            <a:spLocks noGrp="1"/>
          </p:cNvSpPr>
          <p:nvPr>
            <p:ph type="body" idx="1"/>
          </p:nvPr>
        </p:nvSpPr>
        <p:spPr/>
        <p:txBody>
          <a:bodyPr/>
          <a:lstStyle/>
          <a:p>
            <a:endParaRPr lang="en-US" b="0" dirty="0"/>
          </a:p>
        </p:txBody>
      </p:sp>
      <p:sp>
        <p:nvSpPr>
          <p:cNvPr id="4" name="Slide Number Placeholder 3">
            <a:extLst>
              <a:ext uri="{FF2B5EF4-FFF2-40B4-BE49-F238E27FC236}">
                <a16:creationId xmlns:a16="http://schemas.microsoft.com/office/drawing/2014/main" id="{8235CA84-7489-E8EF-59CF-5D643398E700}"/>
              </a:ext>
            </a:extLst>
          </p:cNvPr>
          <p:cNvSpPr>
            <a:spLocks noGrp="1"/>
          </p:cNvSpPr>
          <p:nvPr>
            <p:ph type="sldNum" sz="quarter" idx="5"/>
          </p:nvPr>
        </p:nvSpPr>
        <p:spPr/>
        <p:txBody>
          <a:bodyPr/>
          <a:lstStyle/>
          <a:p>
            <a:fld id="{9EE77001-0F41-42A4-965B-CA9ABD353B40}" type="slidenum">
              <a:rPr lang="en-US" smtClean="0"/>
              <a:t>8</a:t>
            </a:fld>
            <a:endParaRPr lang="en-US"/>
          </a:p>
        </p:txBody>
      </p:sp>
    </p:spTree>
    <p:extLst>
      <p:ext uri="{BB962C8B-B14F-4D97-AF65-F5344CB8AC3E}">
        <p14:creationId xmlns:p14="http://schemas.microsoft.com/office/powerpoint/2010/main" val="5897224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A1A316-3C82-2EB9-D10A-0C3999FD3C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6B3074-C625-4D0E-7F3C-40374D39AF1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C02710A-484D-61D9-74DF-E68D6ABE7A17}"/>
              </a:ext>
            </a:extLst>
          </p:cNvPr>
          <p:cNvSpPr>
            <a:spLocks noGrp="1"/>
          </p:cNvSpPr>
          <p:nvPr>
            <p:ph type="body" idx="1"/>
          </p:nvPr>
        </p:nvSpPr>
        <p:spPr/>
        <p:txBody>
          <a:bodyPr/>
          <a:lstStyle/>
          <a:p>
            <a:pPr>
              <a:lnSpc>
                <a:spcPct val="110000"/>
              </a:lnSpc>
            </a:pPr>
            <a:endParaRPr lang="en-US" b="0" dirty="0"/>
          </a:p>
        </p:txBody>
      </p:sp>
      <p:sp>
        <p:nvSpPr>
          <p:cNvPr id="4" name="Slide Number Placeholder 3">
            <a:extLst>
              <a:ext uri="{FF2B5EF4-FFF2-40B4-BE49-F238E27FC236}">
                <a16:creationId xmlns:a16="http://schemas.microsoft.com/office/drawing/2014/main" id="{D2E0C568-50FB-C864-3F80-DAEE3C76B070}"/>
              </a:ext>
            </a:extLst>
          </p:cNvPr>
          <p:cNvSpPr>
            <a:spLocks noGrp="1"/>
          </p:cNvSpPr>
          <p:nvPr>
            <p:ph type="sldNum" sz="quarter" idx="5"/>
          </p:nvPr>
        </p:nvSpPr>
        <p:spPr/>
        <p:txBody>
          <a:bodyPr/>
          <a:lstStyle/>
          <a:p>
            <a:fld id="{9EE77001-0F41-42A4-965B-CA9ABD353B40}" type="slidenum">
              <a:rPr lang="en-US" smtClean="0"/>
              <a:t>9</a:t>
            </a:fld>
            <a:endParaRPr lang="en-US"/>
          </a:p>
        </p:txBody>
      </p:sp>
    </p:spTree>
    <p:extLst>
      <p:ext uri="{BB962C8B-B14F-4D97-AF65-F5344CB8AC3E}">
        <p14:creationId xmlns:p14="http://schemas.microsoft.com/office/powerpoint/2010/main" val="1983818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88273-333A-D895-DE25-69BE9CDE73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8C0176-31D3-404E-4091-E793B174BB8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E6704D2-F8C5-E345-9710-547D20FA9894}"/>
              </a:ext>
            </a:extLst>
          </p:cNvPr>
          <p:cNvSpPr>
            <a:spLocks noGrp="1"/>
          </p:cNvSpPr>
          <p:nvPr>
            <p:ph type="body" idx="1"/>
          </p:nvPr>
        </p:nvSpPr>
        <p:spPr/>
        <p:txBody>
          <a:bodyPr/>
          <a:lstStyle/>
          <a:p>
            <a:endParaRPr lang="en-US" b="0" dirty="0"/>
          </a:p>
        </p:txBody>
      </p:sp>
      <p:sp>
        <p:nvSpPr>
          <p:cNvPr id="4" name="Slide Number Placeholder 3">
            <a:extLst>
              <a:ext uri="{FF2B5EF4-FFF2-40B4-BE49-F238E27FC236}">
                <a16:creationId xmlns:a16="http://schemas.microsoft.com/office/drawing/2014/main" id="{6B1A52C2-2733-20EB-E883-478ACD72B3A0}"/>
              </a:ext>
            </a:extLst>
          </p:cNvPr>
          <p:cNvSpPr>
            <a:spLocks noGrp="1"/>
          </p:cNvSpPr>
          <p:nvPr>
            <p:ph type="sldNum" sz="quarter" idx="5"/>
          </p:nvPr>
        </p:nvSpPr>
        <p:spPr/>
        <p:txBody>
          <a:bodyPr/>
          <a:lstStyle/>
          <a:p>
            <a:fld id="{9EE77001-0F41-42A4-965B-CA9ABD353B40}" type="slidenum">
              <a:rPr lang="en-US" smtClean="0"/>
              <a:t>10</a:t>
            </a:fld>
            <a:endParaRPr lang="en-US"/>
          </a:p>
        </p:txBody>
      </p:sp>
    </p:spTree>
    <p:extLst>
      <p:ext uri="{BB962C8B-B14F-4D97-AF65-F5344CB8AC3E}">
        <p14:creationId xmlns:p14="http://schemas.microsoft.com/office/powerpoint/2010/main" val="38350253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42E00-F60C-12D6-9009-89F51DD413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6330A3-9F16-A275-FE9D-E2740F25D39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97B6681-5F97-DCFE-299E-F802A7EDB809}"/>
              </a:ext>
            </a:extLst>
          </p:cNvPr>
          <p:cNvSpPr>
            <a:spLocks noGrp="1"/>
          </p:cNvSpPr>
          <p:nvPr>
            <p:ph type="body" idx="1"/>
          </p:nvPr>
        </p:nvSpPr>
        <p:spPr/>
        <p:txBody>
          <a:bodyPr/>
          <a:lstStyle/>
          <a:p>
            <a:endParaRPr lang="en-US" b="0" dirty="0"/>
          </a:p>
        </p:txBody>
      </p:sp>
      <p:sp>
        <p:nvSpPr>
          <p:cNvPr id="4" name="Slide Number Placeholder 3">
            <a:extLst>
              <a:ext uri="{FF2B5EF4-FFF2-40B4-BE49-F238E27FC236}">
                <a16:creationId xmlns:a16="http://schemas.microsoft.com/office/drawing/2014/main" id="{C534567F-A2C0-C41E-64AD-A302855D8A31}"/>
              </a:ext>
            </a:extLst>
          </p:cNvPr>
          <p:cNvSpPr>
            <a:spLocks noGrp="1"/>
          </p:cNvSpPr>
          <p:nvPr>
            <p:ph type="sldNum" sz="quarter" idx="5"/>
          </p:nvPr>
        </p:nvSpPr>
        <p:spPr/>
        <p:txBody>
          <a:bodyPr/>
          <a:lstStyle/>
          <a:p>
            <a:fld id="{9EE77001-0F41-42A4-965B-CA9ABD353B40}" type="slidenum">
              <a:rPr lang="en-US" smtClean="0"/>
              <a:t>11</a:t>
            </a:fld>
            <a:endParaRPr lang="en-US"/>
          </a:p>
        </p:txBody>
      </p:sp>
    </p:spTree>
    <p:extLst>
      <p:ext uri="{BB962C8B-B14F-4D97-AF65-F5344CB8AC3E}">
        <p14:creationId xmlns:p14="http://schemas.microsoft.com/office/powerpoint/2010/main" val="40011498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65F0E-2541-A673-A842-E8A50289D8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DD0AA2-A8F3-40CA-561D-C2A3F5613EC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0E1AD6D-B6C1-D54D-880B-73D89F51459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3E00B8DD-E37C-C2D3-D474-053809B79303}"/>
              </a:ext>
            </a:extLst>
          </p:cNvPr>
          <p:cNvSpPr>
            <a:spLocks noGrp="1"/>
          </p:cNvSpPr>
          <p:nvPr>
            <p:ph type="sldNum" sz="quarter" idx="5"/>
          </p:nvPr>
        </p:nvSpPr>
        <p:spPr/>
        <p:txBody>
          <a:bodyPr/>
          <a:lstStyle/>
          <a:p>
            <a:fld id="{9EE77001-0F41-42A4-965B-CA9ABD353B40}" type="slidenum">
              <a:rPr lang="en-US" smtClean="0"/>
              <a:t>12</a:t>
            </a:fld>
            <a:endParaRPr lang="en-US"/>
          </a:p>
        </p:txBody>
      </p:sp>
    </p:spTree>
    <p:extLst>
      <p:ext uri="{BB962C8B-B14F-4D97-AF65-F5344CB8AC3E}">
        <p14:creationId xmlns:p14="http://schemas.microsoft.com/office/powerpoint/2010/main" val="32290548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EDDE3-1856-4F2D-B8DD-CB9D2E81E0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E15E97-1AB2-7C91-D09B-B6C56C77D40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BE5A69C-CC8B-D65B-068F-17B5992D2E04}"/>
              </a:ext>
            </a:extLst>
          </p:cNvPr>
          <p:cNvSpPr>
            <a:spLocks noGrp="1"/>
          </p:cNvSpPr>
          <p:nvPr>
            <p:ph type="body" idx="1"/>
          </p:nvPr>
        </p:nvSpPr>
        <p:spPr/>
        <p:txBody>
          <a:bodyPr/>
          <a:lstStyle/>
          <a:p>
            <a:pPr fontAlgn="t"/>
            <a:endParaRPr lang="en-US"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B6071527-B22E-ACB6-77B6-7ED7C1E75302}"/>
              </a:ext>
            </a:extLst>
          </p:cNvPr>
          <p:cNvSpPr>
            <a:spLocks noGrp="1"/>
          </p:cNvSpPr>
          <p:nvPr>
            <p:ph type="sldNum" sz="quarter" idx="5"/>
          </p:nvPr>
        </p:nvSpPr>
        <p:spPr/>
        <p:txBody>
          <a:bodyPr/>
          <a:lstStyle/>
          <a:p>
            <a:fld id="{9EE77001-0F41-42A4-965B-CA9ABD353B40}" type="slidenum">
              <a:rPr lang="en-US" smtClean="0"/>
              <a:t>13</a:t>
            </a:fld>
            <a:endParaRPr lang="en-US"/>
          </a:p>
        </p:txBody>
      </p:sp>
    </p:spTree>
    <p:extLst>
      <p:ext uri="{BB962C8B-B14F-4D97-AF65-F5344CB8AC3E}">
        <p14:creationId xmlns:p14="http://schemas.microsoft.com/office/powerpoint/2010/main" val="31949833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resentation Titl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D605BF9-2A92-FA4A-AE68-6B1AFBD208D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573714" y="697150"/>
            <a:ext cx="1241727" cy="1243780"/>
          </a:xfrm>
          <a:prstGeom prst="rect">
            <a:avLst/>
          </a:prstGeom>
        </p:spPr>
      </p:pic>
      <p:sp>
        <p:nvSpPr>
          <p:cNvPr id="9" name="Rectangle 8">
            <a:extLst>
              <a:ext uri="{FF2B5EF4-FFF2-40B4-BE49-F238E27FC236}">
                <a16:creationId xmlns:a16="http://schemas.microsoft.com/office/drawing/2014/main" id="{FE35A615-44B8-AC4C-BDEB-B9D50F7261D9}"/>
              </a:ext>
            </a:extLst>
          </p:cNvPr>
          <p:cNvSpPr/>
          <p:nvPr userDrawn="1"/>
        </p:nvSpPr>
        <p:spPr>
          <a:xfrm>
            <a:off x="11938958" y="-2"/>
            <a:ext cx="253042" cy="685800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5741048" y="1940930"/>
            <a:ext cx="5515284" cy="2239337"/>
          </a:xfrm>
        </p:spPr>
        <p:txBody>
          <a:bodyPr lIns="0" tIns="0" rIns="0" bIns="45720" anchor="b" anchorCtr="0">
            <a:normAutofit/>
          </a:bodyPr>
          <a:lstStyle>
            <a:lvl1pPr algn="l">
              <a:lnSpc>
                <a:spcPct val="95000"/>
              </a:lnSpc>
              <a:defRPr sz="4000" b="0" i="0">
                <a:solidFill>
                  <a:schemeClr val="tx2"/>
                </a:solidFill>
                <a:latin typeface="Arial Black" panose="020B0604020202020204" pitchFamily="34" charset="0"/>
                <a:cs typeface="Arial Black" panose="020B0604020202020204" pitchFamily="34" charset="0"/>
              </a:defRPr>
            </a:lvl1pPr>
          </a:lstStyle>
          <a:p>
            <a:r>
              <a:rPr lang="en-US"/>
              <a:t>Presentation Title up to three lines in length</a:t>
            </a:r>
          </a:p>
        </p:txBody>
      </p:sp>
      <p:sp>
        <p:nvSpPr>
          <p:cNvPr id="3" name="Subtitle 2"/>
          <p:cNvSpPr>
            <a:spLocks noGrp="1"/>
          </p:cNvSpPr>
          <p:nvPr>
            <p:ph type="subTitle" idx="1" hasCustomPrompt="1"/>
          </p:nvPr>
        </p:nvSpPr>
        <p:spPr>
          <a:xfrm>
            <a:off x="5741048" y="4180267"/>
            <a:ext cx="5515284" cy="465240"/>
          </a:xfrm>
        </p:spPr>
        <p:txBody>
          <a:bodyPr lIns="0" tIns="91440" rIns="0" bIns="0"/>
          <a:lstStyle>
            <a:lvl1pPr marL="0" indent="0" algn="l">
              <a:buNone/>
              <a:defRPr b="1" cap="all" baseline="0">
                <a:solidFill>
                  <a:schemeClr val="tx2"/>
                </a:solidFill>
              </a:defRPr>
            </a:lvl1pPr>
            <a:lvl2pPr marL="457157" indent="0" algn="ctr">
              <a:buNone/>
              <a:defRPr>
                <a:solidFill>
                  <a:schemeClr val="tx1">
                    <a:tint val="75000"/>
                  </a:schemeClr>
                </a:solidFill>
              </a:defRPr>
            </a:lvl2pPr>
            <a:lvl3pPr marL="914314" indent="0" algn="ctr">
              <a:buNone/>
              <a:defRPr>
                <a:solidFill>
                  <a:schemeClr val="tx1">
                    <a:tint val="75000"/>
                  </a:schemeClr>
                </a:solidFill>
              </a:defRPr>
            </a:lvl3pPr>
            <a:lvl4pPr marL="1371472" indent="0" algn="ctr">
              <a:buNone/>
              <a:defRPr>
                <a:solidFill>
                  <a:schemeClr val="tx1">
                    <a:tint val="75000"/>
                  </a:schemeClr>
                </a:solidFill>
              </a:defRPr>
            </a:lvl4pPr>
            <a:lvl5pPr marL="1828628" indent="0" algn="ctr">
              <a:buNone/>
              <a:defRPr>
                <a:solidFill>
                  <a:schemeClr val="tx1">
                    <a:tint val="75000"/>
                  </a:schemeClr>
                </a:solidFill>
              </a:defRPr>
            </a:lvl5pPr>
            <a:lvl6pPr marL="2285785" indent="0" algn="ctr">
              <a:buNone/>
              <a:defRPr>
                <a:solidFill>
                  <a:schemeClr val="tx1">
                    <a:tint val="75000"/>
                  </a:schemeClr>
                </a:solidFill>
              </a:defRPr>
            </a:lvl6pPr>
            <a:lvl7pPr marL="2742942" indent="0" algn="ctr">
              <a:buNone/>
              <a:defRPr>
                <a:solidFill>
                  <a:schemeClr val="tx1">
                    <a:tint val="75000"/>
                  </a:schemeClr>
                </a:solidFill>
              </a:defRPr>
            </a:lvl7pPr>
            <a:lvl8pPr marL="3200100" indent="0" algn="ctr">
              <a:buNone/>
              <a:defRPr>
                <a:solidFill>
                  <a:schemeClr val="tx1">
                    <a:tint val="75000"/>
                  </a:schemeClr>
                </a:solidFill>
              </a:defRPr>
            </a:lvl8pPr>
            <a:lvl9pPr marL="3657257" indent="0" algn="ctr">
              <a:buNone/>
              <a:defRPr>
                <a:solidFill>
                  <a:schemeClr val="tx1">
                    <a:tint val="75000"/>
                  </a:schemeClr>
                </a:solidFill>
              </a:defRPr>
            </a:lvl9pPr>
          </a:lstStyle>
          <a:p>
            <a:r>
              <a:rPr lang="en-US"/>
              <a:t>Month </a:t>
            </a:r>
            <a:r>
              <a:rPr lang="en-US" err="1"/>
              <a:t>dd</a:t>
            </a:r>
            <a:r>
              <a:rPr lang="en-US"/>
              <a:t>, </a:t>
            </a:r>
            <a:r>
              <a:rPr lang="en-US" err="1"/>
              <a:t>yyyy</a:t>
            </a:r>
            <a:endParaRPr lang="en-US"/>
          </a:p>
        </p:txBody>
      </p:sp>
      <p:sp>
        <p:nvSpPr>
          <p:cNvPr id="12" name="Text Placeholder 11">
            <a:extLst>
              <a:ext uri="{FF2B5EF4-FFF2-40B4-BE49-F238E27FC236}">
                <a16:creationId xmlns:a16="http://schemas.microsoft.com/office/drawing/2014/main" id="{FF8FC6B8-AF18-8A44-98A9-C2E79C685356}"/>
              </a:ext>
            </a:extLst>
          </p:cNvPr>
          <p:cNvSpPr>
            <a:spLocks noGrp="1"/>
          </p:cNvSpPr>
          <p:nvPr>
            <p:ph type="body" sz="quarter" idx="10" hasCustomPrompt="1"/>
          </p:nvPr>
        </p:nvSpPr>
        <p:spPr>
          <a:xfrm>
            <a:off x="5741048" y="4879731"/>
            <a:ext cx="5515284" cy="1213338"/>
          </a:xfrm>
        </p:spPr>
        <p:txBody>
          <a:bodyPr lIns="0" tIns="0" rIns="0" bIns="0" anchor="b" anchorCtr="0"/>
          <a:lstStyle>
            <a:lvl1pPr marL="0" indent="0">
              <a:spcBef>
                <a:spcPts val="300"/>
              </a:spcBef>
              <a:buNone/>
              <a:tabLst/>
              <a:defRPr>
                <a:solidFill>
                  <a:schemeClr val="bg1">
                    <a:lumMod val="50000"/>
                  </a:schemeClr>
                </a:solidFill>
              </a:defRPr>
            </a:lvl1pPr>
            <a:lvl2pPr marL="0" indent="0">
              <a:spcBef>
                <a:spcPts val="300"/>
              </a:spcBef>
              <a:buNone/>
              <a:tabLst/>
              <a:defRPr>
                <a:solidFill>
                  <a:schemeClr val="bg1">
                    <a:lumMod val="50000"/>
                  </a:schemeClr>
                </a:solidFill>
              </a:defRPr>
            </a:lvl2pPr>
            <a:lvl3pPr marL="0" indent="0">
              <a:spcBef>
                <a:spcPts val="300"/>
              </a:spcBef>
              <a:buNone/>
              <a:tabLst/>
              <a:defRPr>
                <a:solidFill>
                  <a:schemeClr val="bg1">
                    <a:lumMod val="50000"/>
                  </a:schemeClr>
                </a:solidFill>
              </a:defRPr>
            </a:lvl3pPr>
            <a:lvl4pPr marL="0" indent="0">
              <a:spcBef>
                <a:spcPts val="300"/>
              </a:spcBef>
              <a:buNone/>
              <a:tabLst/>
              <a:defRPr>
                <a:solidFill>
                  <a:schemeClr val="bg1">
                    <a:lumMod val="50000"/>
                  </a:schemeClr>
                </a:solidFill>
              </a:defRPr>
            </a:lvl4pPr>
            <a:lvl5pPr marL="0" indent="0">
              <a:spcBef>
                <a:spcPts val="300"/>
              </a:spcBef>
              <a:buNone/>
              <a:tabLst/>
              <a:defRPr>
                <a:solidFill>
                  <a:schemeClr val="bg1">
                    <a:lumMod val="50000"/>
                  </a:schemeClr>
                </a:solidFill>
              </a:defRPr>
            </a:lvl5pPr>
          </a:lstStyle>
          <a:p>
            <a:pPr lvl="0"/>
            <a:r>
              <a:rPr lang="en-US"/>
              <a:t>Speaker Name</a:t>
            </a:r>
          </a:p>
          <a:p>
            <a:pPr lvl="0"/>
            <a:r>
              <a:rPr lang="en-US"/>
              <a:t>Division/Title/Affiliation</a:t>
            </a:r>
          </a:p>
        </p:txBody>
      </p:sp>
      <p:sp>
        <p:nvSpPr>
          <p:cNvPr id="5" name="Picture Placeholder 4">
            <a:extLst>
              <a:ext uri="{FF2B5EF4-FFF2-40B4-BE49-F238E27FC236}">
                <a16:creationId xmlns:a16="http://schemas.microsoft.com/office/drawing/2014/main" id="{EDD8EAEE-101A-B04C-9480-47C14533CE54}"/>
              </a:ext>
            </a:extLst>
          </p:cNvPr>
          <p:cNvSpPr>
            <a:spLocks noGrp="1"/>
          </p:cNvSpPr>
          <p:nvPr>
            <p:ph type="pic" sz="quarter" idx="11" hasCustomPrompt="1"/>
          </p:nvPr>
        </p:nvSpPr>
        <p:spPr>
          <a:xfrm>
            <a:off x="0" y="0"/>
            <a:ext cx="4891088" cy="6858000"/>
          </a:xfrm>
          <a:solidFill>
            <a:schemeClr val="tx2"/>
          </a:solidFill>
        </p:spPr>
        <p:txBody>
          <a:bodyPr lIns="365760" tIns="365760" rIns="365760" bIns="2971800" anchor="b">
            <a:normAutofit/>
          </a:bodyPr>
          <a:lstStyle>
            <a:lvl1pPr marL="0" indent="0" algn="ctr">
              <a:buNone/>
              <a:defRPr sz="1600" i="1">
                <a:solidFill>
                  <a:schemeClr val="tx2">
                    <a:lumMod val="40000"/>
                    <a:lumOff val="60000"/>
                  </a:schemeClr>
                </a:solidFill>
              </a:defRPr>
            </a:lvl1pPr>
          </a:lstStyle>
          <a:p>
            <a:r>
              <a:rPr lang="en-US"/>
              <a:t>Click icon to insert a photo.</a:t>
            </a:r>
          </a:p>
        </p:txBody>
      </p:sp>
      <p:sp>
        <p:nvSpPr>
          <p:cNvPr id="8" name="Text Placeholder 4">
            <a:extLst>
              <a:ext uri="{FF2B5EF4-FFF2-40B4-BE49-F238E27FC236}">
                <a16:creationId xmlns:a16="http://schemas.microsoft.com/office/drawing/2014/main" id="{FEFAF05C-419E-4343-8983-4850A83FB6CD}"/>
              </a:ext>
            </a:extLst>
          </p:cNvPr>
          <p:cNvSpPr>
            <a:spLocks noGrp="1"/>
          </p:cNvSpPr>
          <p:nvPr>
            <p:ph type="body" sz="quarter" idx="12" hasCustomPrompt="1"/>
          </p:nvPr>
        </p:nvSpPr>
        <p:spPr>
          <a:xfrm>
            <a:off x="0" y="6597160"/>
            <a:ext cx="4891089" cy="260840"/>
          </a:xfrm>
        </p:spPr>
        <p:txBody>
          <a:bodyPr lIns="91440" tIns="45720" rIns="91440" bIns="45720">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1152019079"/>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orient="horz" pos="3799">
          <p15:clr>
            <a:srgbClr val="FBAE40"/>
          </p15:clr>
        </p15:guide>
        <p15:guide id="3" pos="3600">
          <p15:clr>
            <a:srgbClr val="FBAE40"/>
          </p15:clr>
        </p15:guide>
        <p15:guide id="4" pos="308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ingle-Column, White">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Slide Title for Single-Column, White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9715500" cy="4860591"/>
          </a:xfrm>
        </p:spPr>
        <p:txBody>
          <a:bodyPr/>
          <a:lstStyle>
            <a:lvl1pPr>
              <a:spcBef>
                <a:spcPts val="2400"/>
              </a:spcBef>
              <a:defRPr>
                <a:solidFill>
                  <a:schemeClr val="tx1"/>
                </a:solidFill>
              </a:defRPr>
            </a:lvl1pPr>
            <a:lvl2pPr>
              <a:defRPr/>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lvl3pPr>
            <a:lvl4pPr>
              <a:defRPr/>
            </a:lvl4pPr>
            <a:lvl5pPr>
              <a:defRPr/>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Tree>
    <p:extLst>
      <p:ext uri="{BB962C8B-B14F-4D97-AF65-F5344CB8AC3E}">
        <p14:creationId xmlns:p14="http://schemas.microsoft.com/office/powerpoint/2010/main" val="14912893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hoto+Text, White">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Title for </a:t>
            </a:r>
            <a:r>
              <a:rPr lang="en-US" err="1"/>
              <a:t>Photo+Text</a:t>
            </a:r>
            <a:r>
              <a:rPr lang="en-US"/>
              <a:t>, White Layout</a:t>
            </a:r>
          </a:p>
        </p:txBody>
      </p:sp>
      <p:sp>
        <p:nvSpPr>
          <p:cNvPr id="4" name="Text Placeholder 2">
            <a:extLst>
              <a:ext uri="{FF2B5EF4-FFF2-40B4-BE49-F238E27FC236}">
                <a16:creationId xmlns:a16="http://schemas.microsoft.com/office/drawing/2014/main" id="{8673A610-5F4D-8049-8881-F136A3242FF6}"/>
              </a:ext>
            </a:extLst>
          </p:cNvPr>
          <p:cNvSpPr>
            <a:spLocks noGrp="1"/>
          </p:cNvSpPr>
          <p:nvPr>
            <p:ph type="body" sz="quarter" idx="11" hasCustomPrompt="1"/>
          </p:nvPr>
        </p:nvSpPr>
        <p:spPr>
          <a:xfrm>
            <a:off x="6383338" y="1469871"/>
            <a:ext cx="4572000" cy="4860591"/>
          </a:xfrm>
        </p:spPr>
        <p:txBody>
          <a:bodyPr>
            <a:normAutofit/>
          </a:bodyPr>
          <a:lstStyle>
            <a:lvl1pPr>
              <a:spcBef>
                <a:spcPts val="2000"/>
              </a:spcBef>
              <a:defRPr sz="1800">
                <a:solidFill>
                  <a:schemeClr val="tx1"/>
                </a:solidFill>
              </a:defRPr>
            </a:lvl1pPr>
            <a:lvl2pPr>
              <a:defRPr sz="1800"/>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sz="1800"/>
            </a:lvl3pPr>
            <a:lvl4pPr>
              <a:defRPr sz="1800"/>
            </a:lvl4pPr>
            <a:lvl5pPr marL="917575" marR="0" indent="-225425" algn="l" defTabSz="914314" rtl="0" eaLnBrk="1" fontAlgn="auto" latinLnBrk="0" hangingPunct="1">
              <a:lnSpc>
                <a:spcPct val="100000"/>
              </a:lnSpc>
              <a:spcBef>
                <a:spcPts val="600"/>
              </a:spcBef>
              <a:spcAft>
                <a:spcPts val="0"/>
              </a:spcAft>
              <a:buClr>
                <a:schemeClr val="bg1">
                  <a:lumMod val="50000"/>
                </a:schemeClr>
              </a:buClr>
              <a:buSzTx/>
              <a:buFont typeface=".HelveticaNeueDeskInterface-Regular"/>
              <a:buChar char="●"/>
              <a:tabLst/>
              <a:defRPr sz="1800"/>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marL="917575" marR="0" lvl="4" indent="-225425" algn="l" defTabSz="914314" rtl="0" eaLnBrk="1" fontAlgn="auto" latinLnBrk="0" hangingPunct="1">
              <a:lnSpc>
                <a:spcPct val="100000"/>
              </a:lnSpc>
              <a:spcBef>
                <a:spcPts val="600"/>
              </a:spcBef>
              <a:spcAft>
                <a:spcPts val="0"/>
              </a:spcAft>
              <a:buClr>
                <a:schemeClr val="bg1">
                  <a:lumMod val="50000"/>
                </a:schemeClr>
              </a:buClr>
              <a:buSzTx/>
              <a:buFont typeface=".HelveticaNeueDeskInterface-Regular"/>
              <a:buChar char="●"/>
              <a:tabLst/>
              <a:defRPr/>
            </a:pPr>
            <a:r>
              <a:rPr lang="en-US"/>
              <a:t>Quadruple-click the “Indent More” button (above) for fourth-level bullets</a:t>
            </a:r>
          </a:p>
        </p:txBody>
      </p:sp>
      <p:sp>
        <p:nvSpPr>
          <p:cNvPr id="6" name="Picture Placeholder 4">
            <a:extLst>
              <a:ext uri="{FF2B5EF4-FFF2-40B4-BE49-F238E27FC236}">
                <a16:creationId xmlns:a16="http://schemas.microsoft.com/office/drawing/2014/main" id="{68106178-1013-D249-8751-3EA29B2109C8}"/>
              </a:ext>
            </a:extLst>
          </p:cNvPr>
          <p:cNvSpPr>
            <a:spLocks noGrp="1"/>
          </p:cNvSpPr>
          <p:nvPr>
            <p:ph type="pic" sz="quarter" idx="12" hasCustomPrompt="1"/>
          </p:nvPr>
        </p:nvSpPr>
        <p:spPr>
          <a:xfrm>
            <a:off x="1239838" y="1669499"/>
            <a:ext cx="4856162" cy="4480560"/>
          </a:xfrm>
          <a:solidFill>
            <a:schemeClr val="bg1">
              <a:lumMod val="90000"/>
            </a:schemeClr>
          </a:solidFill>
        </p:spPr>
        <p:txBody>
          <a:bodyPr lIns="365760" tIns="365760" rIns="365760" bIns="1828800" anchor="b">
            <a:normAutofit/>
          </a:bodyPr>
          <a:lstStyle>
            <a:lvl1pPr marL="0" indent="0" algn="ctr">
              <a:buNone/>
              <a:defRPr sz="1600" i="1">
                <a:solidFill>
                  <a:schemeClr val="bg1">
                    <a:lumMod val="75000"/>
                  </a:schemeClr>
                </a:solidFill>
              </a:defRPr>
            </a:lvl1pPr>
          </a:lstStyle>
          <a:p>
            <a:r>
              <a:rPr lang="en-US"/>
              <a:t>Click icon to insert a photo.</a:t>
            </a:r>
          </a:p>
        </p:txBody>
      </p:sp>
      <p:sp>
        <p:nvSpPr>
          <p:cNvPr id="7" name="Text Placeholder 4">
            <a:extLst>
              <a:ext uri="{FF2B5EF4-FFF2-40B4-BE49-F238E27FC236}">
                <a16:creationId xmlns:a16="http://schemas.microsoft.com/office/drawing/2014/main" id="{CDAF09BB-AD0B-2041-83F2-50D0A4E8600C}"/>
              </a:ext>
            </a:extLst>
          </p:cNvPr>
          <p:cNvSpPr>
            <a:spLocks noGrp="1"/>
          </p:cNvSpPr>
          <p:nvPr>
            <p:ph type="body" sz="quarter" idx="13" hasCustomPrompt="1"/>
          </p:nvPr>
        </p:nvSpPr>
        <p:spPr>
          <a:xfrm>
            <a:off x="1239839" y="5889219"/>
            <a:ext cx="4856162" cy="260840"/>
          </a:xfrm>
        </p:spPr>
        <p:txBody>
          <a:bodyPr lIns="45720" tIns="45720" rIns="45720" bIns="45720" anchor="b">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578001013"/>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Column, White">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Title for Two-Column, White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4572000" cy="4860591"/>
          </a:xfrm>
        </p:spPr>
        <p:txBody>
          <a:bodyPr>
            <a:normAutofit/>
          </a:bodyPr>
          <a:lstStyle>
            <a:lvl1pPr>
              <a:spcBef>
                <a:spcPts val="2000"/>
              </a:spcBef>
              <a:defRPr sz="1800">
                <a:solidFill>
                  <a:schemeClr val="tx1"/>
                </a:solidFill>
              </a:defRPr>
            </a:lvl1pPr>
            <a:lvl2pPr>
              <a:defRPr sz="1800"/>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sz="1800"/>
            </a:lvl3pPr>
            <a:lvl4pPr>
              <a:defRPr sz="1800"/>
            </a:lvl4pPr>
            <a:lvl5pPr>
              <a:defRPr sz="1800"/>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4" name="Text Placeholder 2">
            <a:extLst>
              <a:ext uri="{FF2B5EF4-FFF2-40B4-BE49-F238E27FC236}">
                <a16:creationId xmlns:a16="http://schemas.microsoft.com/office/drawing/2014/main" id="{8673A610-5F4D-8049-8881-F136A3242FF6}"/>
              </a:ext>
            </a:extLst>
          </p:cNvPr>
          <p:cNvSpPr>
            <a:spLocks noGrp="1"/>
          </p:cNvSpPr>
          <p:nvPr>
            <p:ph type="body" sz="quarter" idx="11" hasCustomPrompt="1"/>
          </p:nvPr>
        </p:nvSpPr>
        <p:spPr>
          <a:xfrm>
            <a:off x="6383338" y="1469871"/>
            <a:ext cx="4572000" cy="4860591"/>
          </a:xfrm>
        </p:spPr>
        <p:txBody>
          <a:bodyPr>
            <a:normAutofit/>
          </a:bodyPr>
          <a:lstStyle>
            <a:lvl1pPr>
              <a:spcBef>
                <a:spcPts val="2000"/>
              </a:spcBef>
              <a:defRPr sz="1800">
                <a:solidFill>
                  <a:schemeClr val="tx1"/>
                </a:solidFill>
              </a:defRPr>
            </a:lvl1pPr>
            <a:lvl2pPr>
              <a:defRPr sz="1800"/>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sz="1800"/>
            </a:lvl3pPr>
            <a:lvl4pPr>
              <a:defRPr sz="1800"/>
            </a:lvl4pPr>
            <a:lvl5pPr>
              <a:defRPr sz="1800"/>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cxnSp>
        <p:nvCxnSpPr>
          <p:cNvPr id="5" name="Straight Connector 4">
            <a:extLst>
              <a:ext uri="{FF2B5EF4-FFF2-40B4-BE49-F238E27FC236}">
                <a16:creationId xmlns:a16="http://schemas.microsoft.com/office/drawing/2014/main" id="{F82B71F5-23BD-A943-8CA6-64D3C92123D3}"/>
              </a:ext>
            </a:extLst>
          </p:cNvPr>
          <p:cNvCxnSpPr>
            <a:cxnSpLocks/>
          </p:cNvCxnSpPr>
          <p:nvPr userDrawn="1"/>
        </p:nvCxnSpPr>
        <p:spPr>
          <a:xfrm>
            <a:off x="6096000" y="1670538"/>
            <a:ext cx="0" cy="4425462"/>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5334765"/>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arge-Photo, White">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24F27426-24A7-3845-8E05-8360D202A2F3}"/>
              </a:ext>
            </a:extLst>
          </p:cNvPr>
          <p:cNvSpPr>
            <a:spLocks noGrp="1"/>
          </p:cNvSpPr>
          <p:nvPr>
            <p:ph type="title" hasCustomPrompt="1"/>
          </p:nvPr>
        </p:nvSpPr>
        <p:spPr>
          <a:xfrm>
            <a:off x="987607" y="5349451"/>
            <a:ext cx="10216785" cy="978486"/>
          </a:xfrm>
          <a:prstGeom prst="rect">
            <a:avLst/>
          </a:prstGeom>
        </p:spPr>
        <p:txBody>
          <a:bodyPr vert="horz" lIns="0" tIns="182880" rIns="0" bIns="0" rtlCol="0" anchor="t">
            <a:noAutofit/>
          </a:bodyPr>
          <a:lstStyle>
            <a:lvl1pPr algn="ctr">
              <a:defRPr lang="en-US" sz="2400" dirty="0">
                <a:solidFill>
                  <a:schemeClr val="tx2"/>
                </a:solidFill>
                <a:latin typeface="Arial Black" charset="0"/>
                <a:ea typeface="Arial Black" charset="0"/>
                <a:cs typeface="Arial Black" charset="0"/>
              </a:defRPr>
            </a:lvl1pPr>
          </a:lstStyle>
          <a:p>
            <a:pPr marL="0" lvl="0"/>
            <a:r>
              <a:rPr lang="en-US"/>
              <a:t>Title for Large-Photo, White Layout</a:t>
            </a:r>
          </a:p>
        </p:txBody>
      </p:sp>
      <p:sp>
        <p:nvSpPr>
          <p:cNvPr id="5" name="Picture Placeholder 2">
            <a:extLst>
              <a:ext uri="{FF2B5EF4-FFF2-40B4-BE49-F238E27FC236}">
                <a16:creationId xmlns:a16="http://schemas.microsoft.com/office/drawing/2014/main" id="{58B1EB05-4C3D-C643-8F71-7489EF7CE397}"/>
              </a:ext>
            </a:extLst>
          </p:cNvPr>
          <p:cNvSpPr>
            <a:spLocks noGrp="1"/>
          </p:cNvSpPr>
          <p:nvPr>
            <p:ph type="pic" sz="quarter" idx="10" hasCustomPrompt="1"/>
          </p:nvPr>
        </p:nvSpPr>
        <p:spPr>
          <a:xfrm>
            <a:off x="0" y="0"/>
            <a:ext cx="12192000" cy="5349875"/>
          </a:xfrm>
          <a:solidFill>
            <a:schemeClr val="bg1">
              <a:lumMod val="90000"/>
            </a:schemeClr>
          </a:solidFill>
        </p:spPr>
        <p:txBody>
          <a:bodyPr tIns="0" bIns="2057400" anchor="b"/>
          <a:lstStyle>
            <a:lvl1pPr algn="ctr">
              <a:defRPr i="1">
                <a:solidFill>
                  <a:schemeClr val="bg1">
                    <a:lumMod val="75000"/>
                  </a:schemeClr>
                </a:solidFill>
              </a:defRPr>
            </a:lvl1pPr>
          </a:lstStyle>
          <a:p>
            <a:r>
              <a:rPr lang="en-US"/>
              <a:t>Click icon to insert a photo.</a:t>
            </a:r>
          </a:p>
        </p:txBody>
      </p:sp>
      <p:sp>
        <p:nvSpPr>
          <p:cNvPr id="6" name="Text Placeholder 4">
            <a:extLst>
              <a:ext uri="{FF2B5EF4-FFF2-40B4-BE49-F238E27FC236}">
                <a16:creationId xmlns:a16="http://schemas.microsoft.com/office/drawing/2014/main" id="{EC91875E-B0A9-0447-9F79-6199D7261229}"/>
              </a:ext>
            </a:extLst>
          </p:cNvPr>
          <p:cNvSpPr>
            <a:spLocks noGrp="1"/>
          </p:cNvSpPr>
          <p:nvPr>
            <p:ph type="body" sz="quarter" idx="11" hasCustomPrompt="1"/>
          </p:nvPr>
        </p:nvSpPr>
        <p:spPr>
          <a:xfrm rot="5400000">
            <a:off x="9386856" y="2544308"/>
            <a:ext cx="5349451" cy="260840"/>
          </a:xfrm>
        </p:spPr>
        <p:txBody>
          <a:bodyPr lIns="91440" tIns="45720" rIns="91440" bIns="45720">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277423128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ingle-Column, Blue">
    <p:bg>
      <p:bgPr>
        <a:solidFill>
          <a:schemeClr val="tx2"/>
        </a:solidFill>
        <a:effectLst/>
      </p:bgPr>
    </p:bg>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bg1"/>
                </a:solidFill>
                <a:latin typeface="Arial Black" charset="0"/>
                <a:ea typeface="Arial Black" charset="0"/>
                <a:cs typeface="Arial Black" charset="0"/>
              </a:defRPr>
            </a:lvl1pPr>
          </a:lstStyle>
          <a:p>
            <a:pPr marL="0" lvl="0"/>
            <a:r>
              <a:rPr lang="en-US"/>
              <a:t>Title for Single-Column, Blue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9715500" cy="4860591"/>
          </a:xfrm>
        </p:spPr>
        <p:txBody>
          <a:bodyPr/>
          <a:lstStyle>
            <a:lvl1pPr marL="0" marR="0" indent="0" algn="l" defTabSz="914314" rtl="0" eaLnBrk="1" fontAlgn="auto" latinLnBrk="0" hangingPunct="1">
              <a:lnSpc>
                <a:spcPct val="100000"/>
              </a:lnSpc>
              <a:spcBef>
                <a:spcPts val="2400"/>
              </a:spcBef>
              <a:spcAft>
                <a:spcPts val="0"/>
              </a:spcAft>
              <a:buClr>
                <a:schemeClr val="accent1"/>
              </a:buClr>
              <a:buSzPct val="110000"/>
              <a:buFont typeface="Wingdings" charset="2"/>
              <a:buNone/>
              <a:tabLst/>
              <a:defRPr>
                <a:solidFill>
                  <a:schemeClr val="bg1"/>
                </a:solidFill>
              </a:defRPr>
            </a:lvl1pPr>
            <a:lvl2pPr>
              <a:buClr>
                <a:schemeClr val="tx2">
                  <a:lumMod val="40000"/>
                  <a:lumOff val="60000"/>
                </a:schemeClr>
              </a:buClr>
              <a:defRPr>
                <a:solidFill>
                  <a:schemeClr val="bg1"/>
                </a:solidFill>
              </a:defRPr>
            </a:lvl2pPr>
            <a:lvl3pPr>
              <a:buClr>
                <a:schemeClr val="bg1">
                  <a:lumMod val="75000"/>
                </a:schemeClr>
              </a:buClr>
              <a:defRPr>
                <a:solidFill>
                  <a:schemeClr val="bg1"/>
                </a:solidFill>
              </a:defRPr>
            </a:lvl3pPr>
            <a:lvl4pPr>
              <a:buClr>
                <a:schemeClr val="tx2">
                  <a:lumMod val="40000"/>
                  <a:lumOff val="60000"/>
                </a:schemeClr>
              </a:buClr>
              <a:defRPr>
                <a:solidFill>
                  <a:schemeClr val="bg1"/>
                </a:solidFill>
              </a:defRPr>
            </a:lvl4pPr>
            <a:lvl5pPr>
              <a:buClr>
                <a:schemeClr val="bg1">
                  <a:lumMod val="75000"/>
                </a:schemeClr>
              </a:buClr>
              <a:defRPr>
                <a:solidFill>
                  <a:schemeClr val="bg1"/>
                </a:solidFill>
              </a:defRPr>
            </a:lvl5pPr>
          </a:lstStyle>
          <a:p>
            <a:pPr marL="0" marR="0" lvl="0" indent="0" algn="l" defTabSz="914314" rtl="0" eaLnBrk="1" fontAlgn="auto" latinLnBrk="0" hangingPunct="1">
              <a:lnSpc>
                <a:spcPct val="100000"/>
              </a:lnSpc>
              <a:spcBef>
                <a:spcPts val="2400"/>
              </a:spcBef>
              <a:spcAft>
                <a:spcPts val="0"/>
              </a:spcAft>
              <a:buClr>
                <a:schemeClr val="accent1"/>
              </a:buClr>
              <a:buSzPct val="110000"/>
              <a:buFont typeface="Wingdings" charset="2"/>
              <a:buNone/>
              <a:tabLst/>
              <a:defRPr/>
            </a:pPr>
            <a:r>
              <a:rPr lang="en-US"/>
              <a:t>Paragraph/</a:t>
            </a:r>
            <a:r>
              <a:rPr lang="en-US" err="1"/>
              <a:t>unbulleted</a:t>
            </a:r>
            <a:r>
              <a:rPr lang="en-US"/>
              <a:t> text formatting</a:t>
            </a:r>
          </a:p>
          <a:p>
            <a:pPr lvl="1"/>
            <a:r>
              <a:rPr lang="en-US"/>
              <a:t>Click the “Indent More” button (in the Home ribbon, above) for first-level bullets</a:t>
            </a:r>
          </a:p>
          <a:p>
            <a:pPr lvl="2"/>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4" name="TextBox 3">
            <a:extLst>
              <a:ext uri="{FF2B5EF4-FFF2-40B4-BE49-F238E27FC236}">
                <a16:creationId xmlns:a16="http://schemas.microsoft.com/office/drawing/2014/main" id="{5B31EA4B-58AD-3842-9BEC-4B9FF60E019D}"/>
              </a:ext>
            </a:extLst>
          </p:cNvPr>
          <p:cNvSpPr txBox="1"/>
          <p:nvPr userDrawn="1"/>
        </p:nvSpPr>
        <p:spPr>
          <a:xfrm>
            <a:off x="-1" y="6638779"/>
            <a:ext cx="9144000" cy="230832"/>
          </a:xfrm>
          <a:prstGeom prst="rect">
            <a:avLst/>
          </a:prstGeom>
          <a:noFill/>
        </p:spPr>
        <p:txBody>
          <a:bodyPr wrap="square" rtlCol="0">
            <a:spAutoFit/>
          </a:bodyPr>
          <a:lstStyle/>
          <a:p>
            <a:r>
              <a:rPr lang="en-US" sz="900" b="1">
                <a:solidFill>
                  <a:schemeClr val="accent1">
                    <a:lumMod val="60000"/>
                    <a:lumOff val="40000"/>
                  </a:schemeClr>
                </a:solidFill>
                <a:latin typeface="Arial Black" charset="0"/>
                <a:cs typeface="Arial Black" charset="0"/>
              </a:rPr>
              <a:t>INTERNATIONAL MONETARY FUND</a:t>
            </a:r>
            <a:endParaRPr lang="en-US" sz="900">
              <a:solidFill>
                <a:schemeClr val="accent1">
                  <a:lumMod val="60000"/>
                  <a:lumOff val="40000"/>
                </a:schemeClr>
              </a:solidFill>
            </a:endParaRPr>
          </a:p>
        </p:txBody>
      </p:sp>
      <p:sp>
        <p:nvSpPr>
          <p:cNvPr id="5" name="TextBox 4">
            <a:extLst>
              <a:ext uri="{FF2B5EF4-FFF2-40B4-BE49-F238E27FC236}">
                <a16:creationId xmlns:a16="http://schemas.microsoft.com/office/drawing/2014/main" id="{E06FD9C8-9F14-B64C-88D7-AFEADAB39B39}"/>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163938060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Photo+Text, Blue">
    <p:bg>
      <p:bgPr>
        <a:solidFill>
          <a:schemeClr val="tx2"/>
        </a:solidFill>
        <a:effectLst/>
      </p:bgPr>
    </p:bg>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bg1"/>
                </a:solidFill>
                <a:latin typeface="Arial Black" charset="0"/>
                <a:ea typeface="Arial Black" charset="0"/>
                <a:cs typeface="Arial Black" charset="0"/>
              </a:defRPr>
            </a:lvl1pPr>
          </a:lstStyle>
          <a:p>
            <a:pPr marL="0" lvl="0"/>
            <a:r>
              <a:rPr lang="en-US"/>
              <a:t>Title for </a:t>
            </a:r>
            <a:r>
              <a:rPr lang="en-US" err="1"/>
              <a:t>Photo+Text</a:t>
            </a:r>
            <a:r>
              <a:rPr lang="en-US"/>
              <a:t>, Blue Layout</a:t>
            </a:r>
          </a:p>
        </p:txBody>
      </p:sp>
      <p:sp>
        <p:nvSpPr>
          <p:cNvPr id="4" name="Text Placeholder 2">
            <a:extLst>
              <a:ext uri="{FF2B5EF4-FFF2-40B4-BE49-F238E27FC236}">
                <a16:creationId xmlns:a16="http://schemas.microsoft.com/office/drawing/2014/main" id="{8673A610-5F4D-8049-8881-F136A3242FF6}"/>
              </a:ext>
            </a:extLst>
          </p:cNvPr>
          <p:cNvSpPr>
            <a:spLocks noGrp="1"/>
          </p:cNvSpPr>
          <p:nvPr>
            <p:ph type="body" sz="quarter" idx="11" hasCustomPrompt="1"/>
          </p:nvPr>
        </p:nvSpPr>
        <p:spPr>
          <a:xfrm>
            <a:off x="6383338" y="1469871"/>
            <a:ext cx="4572000" cy="4860591"/>
          </a:xfrm>
        </p:spPr>
        <p:txBody>
          <a:bodyPr>
            <a:normAutofit/>
          </a:bodyPr>
          <a:lstStyle>
            <a:lvl1pPr>
              <a:spcBef>
                <a:spcPts val="2000"/>
              </a:spcBef>
              <a:defRPr sz="1800">
                <a:solidFill>
                  <a:schemeClr val="bg1"/>
                </a:solidFill>
              </a:defRPr>
            </a:lvl1pPr>
            <a:lvl2pPr>
              <a:buClr>
                <a:schemeClr val="tx2">
                  <a:lumMod val="40000"/>
                  <a:lumOff val="60000"/>
                </a:schemeClr>
              </a:buClr>
              <a:defRPr sz="1800">
                <a:solidFill>
                  <a:schemeClr val="bg1"/>
                </a:solidFill>
              </a:defRPr>
            </a:lvl2pPr>
            <a:lvl3pPr>
              <a:buClr>
                <a:schemeClr val="bg1">
                  <a:lumMod val="75000"/>
                </a:schemeClr>
              </a:buClr>
              <a:defRPr sz="1800">
                <a:solidFill>
                  <a:schemeClr val="bg1"/>
                </a:solidFill>
              </a:defRPr>
            </a:lvl3pPr>
            <a:lvl4pPr>
              <a:buClr>
                <a:schemeClr val="tx2">
                  <a:lumMod val="40000"/>
                  <a:lumOff val="60000"/>
                </a:schemeClr>
              </a:buClr>
              <a:defRPr sz="1800">
                <a:solidFill>
                  <a:schemeClr val="bg1"/>
                </a:solidFill>
              </a:defRPr>
            </a:lvl4pPr>
            <a:lvl5pPr>
              <a:buClr>
                <a:schemeClr val="bg1">
                  <a:lumMod val="75000"/>
                </a:schemeClr>
              </a:buClr>
              <a:defRPr sz="1800">
                <a:solidFill>
                  <a:schemeClr val="bg1"/>
                </a:solidFill>
              </a:defRPr>
            </a:lvl5pPr>
          </a:lstStyle>
          <a:p>
            <a:pPr lvl="0"/>
            <a:r>
              <a:rPr lang="en-US"/>
              <a:t>Paragraph/</a:t>
            </a:r>
            <a:r>
              <a:rPr lang="en-US" err="1"/>
              <a:t>unbulleted</a:t>
            </a:r>
            <a:r>
              <a:rPr lang="en-US"/>
              <a:t> text formatting</a:t>
            </a:r>
          </a:p>
          <a:p>
            <a:pPr lvl="1"/>
            <a:r>
              <a:rPr lang="en-US"/>
              <a:t>Click the “Indent More” button (in the Home ribbon, above) for first-level bullets</a:t>
            </a:r>
          </a:p>
          <a:p>
            <a:pPr lvl="2"/>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5" name="TextBox 4">
            <a:extLst>
              <a:ext uri="{FF2B5EF4-FFF2-40B4-BE49-F238E27FC236}">
                <a16:creationId xmlns:a16="http://schemas.microsoft.com/office/drawing/2014/main" id="{6DC0B0CE-B013-7641-9551-DA60CF80B4AC}"/>
              </a:ext>
            </a:extLst>
          </p:cNvPr>
          <p:cNvSpPr txBox="1"/>
          <p:nvPr userDrawn="1"/>
        </p:nvSpPr>
        <p:spPr>
          <a:xfrm>
            <a:off x="-1" y="6638779"/>
            <a:ext cx="9144000" cy="230832"/>
          </a:xfrm>
          <a:prstGeom prst="rect">
            <a:avLst/>
          </a:prstGeom>
          <a:noFill/>
        </p:spPr>
        <p:txBody>
          <a:bodyPr wrap="square" rtlCol="0">
            <a:spAutoFit/>
          </a:bodyPr>
          <a:lstStyle/>
          <a:p>
            <a:r>
              <a:rPr lang="en-US" sz="900" b="1">
                <a:solidFill>
                  <a:schemeClr val="accent1">
                    <a:lumMod val="60000"/>
                    <a:lumOff val="40000"/>
                  </a:schemeClr>
                </a:solidFill>
                <a:latin typeface="Arial Black" charset="0"/>
                <a:cs typeface="Arial Black" charset="0"/>
              </a:rPr>
              <a:t>INTERNATIONAL MONETARY FUND</a:t>
            </a:r>
            <a:endParaRPr lang="en-US" sz="900">
              <a:solidFill>
                <a:schemeClr val="accent1">
                  <a:lumMod val="60000"/>
                  <a:lumOff val="40000"/>
                </a:schemeClr>
              </a:solidFill>
            </a:endParaRPr>
          </a:p>
        </p:txBody>
      </p:sp>
      <p:sp>
        <p:nvSpPr>
          <p:cNvPr id="6" name="TextBox 5">
            <a:extLst>
              <a:ext uri="{FF2B5EF4-FFF2-40B4-BE49-F238E27FC236}">
                <a16:creationId xmlns:a16="http://schemas.microsoft.com/office/drawing/2014/main" id="{77362889-E692-BF4A-B8C8-D6FF23EE4CF0}"/>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
        <p:nvSpPr>
          <p:cNvPr id="9" name="Picture Placeholder 4">
            <a:extLst>
              <a:ext uri="{FF2B5EF4-FFF2-40B4-BE49-F238E27FC236}">
                <a16:creationId xmlns:a16="http://schemas.microsoft.com/office/drawing/2014/main" id="{ADC7D600-7783-1F4F-AD62-06B784E129FD}"/>
              </a:ext>
            </a:extLst>
          </p:cNvPr>
          <p:cNvSpPr>
            <a:spLocks noGrp="1"/>
          </p:cNvSpPr>
          <p:nvPr>
            <p:ph type="pic" sz="quarter" idx="13" hasCustomPrompt="1"/>
          </p:nvPr>
        </p:nvSpPr>
        <p:spPr>
          <a:xfrm>
            <a:off x="1239838" y="1672046"/>
            <a:ext cx="4855464" cy="4480560"/>
          </a:xfrm>
          <a:solidFill>
            <a:schemeClr val="tx2">
              <a:lumMod val="50000"/>
            </a:schemeClr>
          </a:solidFill>
        </p:spPr>
        <p:txBody>
          <a:bodyPr lIns="365760" tIns="365760" rIns="365760" bIns="1828800" anchor="b">
            <a:normAutofit/>
          </a:bodyPr>
          <a:lstStyle>
            <a:lvl1pPr marL="0" indent="0" algn="ctr">
              <a:buNone/>
              <a:defRPr sz="1600" i="1">
                <a:solidFill>
                  <a:schemeClr val="tx2"/>
                </a:solidFill>
              </a:defRPr>
            </a:lvl1pPr>
          </a:lstStyle>
          <a:p>
            <a:r>
              <a:rPr lang="en-US"/>
              <a:t>Click icon to insert a photo.</a:t>
            </a:r>
          </a:p>
        </p:txBody>
      </p:sp>
      <p:sp>
        <p:nvSpPr>
          <p:cNvPr id="10" name="Text Placeholder 4">
            <a:extLst>
              <a:ext uri="{FF2B5EF4-FFF2-40B4-BE49-F238E27FC236}">
                <a16:creationId xmlns:a16="http://schemas.microsoft.com/office/drawing/2014/main" id="{A3893C67-9BAE-6946-9896-78E2472B03D8}"/>
              </a:ext>
            </a:extLst>
          </p:cNvPr>
          <p:cNvSpPr>
            <a:spLocks noGrp="1"/>
          </p:cNvSpPr>
          <p:nvPr>
            <p:ph type="body" sz="quarter" idx="14" hasCustomPrompt="1"/>
          </p:nvPr>
        </p:nvSpPr>
        <p:spPr>
          <a:xfrm>
            <a:off x="1239838" y="5891766"/>
            <a:ext cx="4855464" cy="260840"/>
          </a:xfrm>
        </p:spPr>
        <p:txBody>
          <a:bodyPr lIns="45720" tIns="45720" rIns="45720" bIns="45720" anchor="b">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134652778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1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wo-Column, Blue">
    <p:bg>
      <p:bgPr>
        <a:solidFill>
          <a:schemeClr val="tx2"/>
        </a:solidFill>
        <a:effectLst/>
      </p:bgPr>
    </p:bg>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bg1"/>
                </a:solidFill>
                <a:latin typeface="Arial Black" charset="0"/>
                <a:ea typeface="Arial Black" charset="0"/>
                <a:cs typeface="Arial Black" charset="0"/>
              </a:defRPr>
            </a:lvl1pPr>
          </a:lstStyle>
          <a:p>
            <a:pPr marL="0" lvl="0"/>
            <a:r>
              <a:rPr lang="en-US"/>
              <a:t>Title for Two-Column, Blue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4572000" cy="4860591"/>
          </a:xfrm>
        </p:spPr>
        <p:txBody>
          <a:bodyPr>
            <a:normAutofit/>
          </a:bodyPr>
          <a:lstStyle>
            <a:lvl1pPr>
              <a:spcBef>
                <a:spcPts val="2000"/>
              </a:spcBef>
              <a:defRPr sz="1800">
                <a:solidFill>
                  <a:schemeClr val="bg1"/>
                </a:solidFill>
              </a:defRPr>
            </a:lvl1pPr>
            <a:lvl2pPr>
              <a:buClr>
                <a:schemeClr val="tx2">
                  <a:lumMod val="40000"/>
                  <a:lumOff val="60000"/>
                </a:schemeClr>
              </a:buClr>
              <a:defRPr sz="1800">
                <a:solidFill>
                  <a:schemeClr val="bg1"/>
                </a:solidFill>
              </a:defRPr>
            </a:lvl2pPr>
            <a:lvl3pPr>
              <a:buClr>
                <a:schemeClr val="bg1">
                  <a:lumMod val="75000"/>
                </a:schemeClr>
              </a:buClr>
              <a:defRPr sz="1800">
                <a:solidFill>
                  <a:schemeClr val="bg1"/>
                </a:solidFill>
              </a:defRPr>
            </a:lvl3pPr>
            <a:lvl4pPr>
              <a:buClr>
                <a:schemeClr val="tx2">
                  <a:lumMod val="40000"/>
                  <a:lumOff val="60000"/>
                </a:schemeClr>
              </a:buClr>
              <a:defRPr sz="1800">
                <a:solidFill>
                  <a:schemeClr val="bg1"/>
                </a:solidFill>
              </a:defRPr>
            </a:lvl4pPr>
            <a:lvl5pPr>
              <a:buClr>
                <a:schemeClr val="bg1">
                  <a:lumMod val="75000"/>
                </a:schemeClr>
              </a:buClr>
              <a:defRPr sz="1800">
                <a:solidFill>
                  <a:schemeClr val="bg1"/>
                </a:solidFill>
              </a:defRPr>
            </a:lvl5pPr>
          </a:lstStyle>
          <a:p>
            <a:pPr lvl="0"/>
            <a:r>
              <a:rPr lang="en-US"/>
              <a:t>Paragraph/</a:t>
            </a:r>
            <a:r>
              <a:rPr lang="en-US" err="1"/>
              <a:t>unbulleted</a:t>
            </a:r>
            <a:r>
              <a:rPr lang="en-US"/>
              <a:t> text formatting</a:t>
            </a:r>
          </a:p>
          <a:p>
            <a:pPr lvl="1"/>
            <a:r>
              <a:rPr lang="en-US"/>
              <a:t>Click the “Indent More” button (in the Home ribbon, above) for first-level bullets</a:t>
            </a:r>
          </a:p>
          <a:p>
            <a:pPr lvl="2"/>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4" name="Text Placeholder 2">
            <a:extLst>
              <a:ext uri="{FF2B5EF4-FFF2-40B4-BE49-F238E27FC236}">
                <a16:creationId xmlns:a16="http://schemas.microsoft.com/office/drawing/2014/main" id="{8673A610-5F4D-8049-8881-F136A3242FF6}"/>
              </a:ext>
            </a:extLst>
          </p:cNvPr>
          <p:cNvSpPr>
            <a:spLocks noGrp="1"/>
          </p:cNvSpPr>
          <p:nvPr>
            <p:ph type="body" sz="quarter" idx="11" hasCustomPrompt="1"/>
          </p:nvPr>
        </p:nvSpPr>
        <p:spPr>
          <a:xfrm>
            <a:off x="6383338" y="1469871"/>
            <a:ext cx="4572000" cy="4860591"/>
          </a:xfrm>
        </p:spPr>
        <p:txBody>
          <a:bodyPr>
            <a:normAutofit/>
          </a:bodyPr>
          <a:lstStyle>
            <a:lvl1pPr>
              <a:spcBef>
                <a:spcPts val="2000"/>
              </a:spcBef>
              <a:defRPr sz="1800">
                <a:solidFill>
                  <a:schemeClr val="bg1"/>
                </a:solidFill>
              </a:defRPr>
            </a:lvl1pPr>
            <a:lvl2pPr>
              <a:buClr>
                <a:schemeClr val="tx2">
                  <a:lumMod val="40000"/>
                  <a:lumOff val="60000"/>
                </a:schemeClr>
              </a:buClr>
              <a:defRPr sz="1800">
                <a:solidFill>
                  <a:schemeClr val="bg1"/>
                </a:solidFill>
              </a:defRPr>
            </a:lvl2pPr>
            <a:lvl3pPr>
              <a:buClr>
                <a:schemeClr val="bg1">
                  <a:lumMod val="75000"/>
                </a:schemeClr>
              </a:buClr>
              <a:defRPr sz="1800">
                <a:solidFill>
                  <a:schemeClr val="bg1"/>
                </a:solidFill>
              </a:defRPr>
            </a:lvl3pPr>
            <a:lvl4pPr>
              <a:buClr>
                <a:schemeClr val="tx2">
                  <a:lumMod val="40000"/>
                  <a:lumOff val="60000"/>
                </a:schemeClr>
              </a:buClr>
              <a:defRPr sz="1800">
                <a:solidFill>
                  <a:schemeClr val="bg1"/>
                </a:solidFill>
              </a:defRPr>
            </a:lvl4pPr>
            <a:lvl5pPr>
              <a:buClr>
                <a:schemeClr val="bg1">
                  <a:lumMod val="75000"/>
                </a:schemeClr>
              </a:buClr>
              <a:defRPr sz="1800">
                <a:solidFill>
                  <a:schemeClr val="bg1"/>
                </a:solidFill>
              </a:defRPr>
            </a:lvl5pPr>
          </a:lstStyle>
          <a:p>
            <a:pPr lvl="0"/>
            <a:r>
              <a:rPr lang="en-US"/>
              <a:t>Paragraph/</a:t>
            </a:r>
            <a:r>
              <a:rPr lang="en-US" err="1"/>
              <a:t>unbulleted</a:t>
            </a:r>
            <a:r>
              <a:rPr lang="en-US"/>
              <a:t> text formatting</a:t>
            </a:r>
          </a:p>
          <a:p>
            <a:pPr lvl="1"/>
            <a:r>
              <a:rPr lang="en-US"/>
              <a:t>Click the “Indent More” button (in the Home ribbon, above) for first-level bullets</a:t>
            </a:r>
          </a:p>
          <a:p>
            <a:pPr lvl="2"/>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5" name="TextBox 4">
            <a:extLst>
              <a:ext uri="{FF2B5EF4-FFF2-40B4-BE49-F238E27FC236}">
                <a16:creationId xmlns:a16="http://schemas.microsoft.com/office/drawing/2014/main" id="{6DC0B0CE-B013-7641-9551-DA60CF80B4AC}"/>
              </a:ext>
            </a:extLst>
          </p:cNvPr>
          <p:cNvSpPr txBox="1"/>
          <p:nvPr userDrawn="1"/>
        </p:nvSpPr>
        <p:spPr>
          <a:xfrm>
            <a:off x="-1" y="6638779"/>
            <a:ext cx="9144000" cy="230832"/>
          </a:xfrm>
          <a:prstGeom prst="rect">
            <a:avLst/>
          </a:prstGeom>
          <a:noFill/>
        </p:spPr>
        <p:txBody>
          <a:bodyPr wrap="square" rtlCol="0">
            <a:spAutoFit/>
          </a:bodyPr>
          <a:lstStyle/>
          <a:p>
            <a:r>
              <a:rPr lang="en-US" sz="900" b="1">
                <a:solidFill>
                  <a:schemeClr val="accent1">
                    <a:lumMod val="60000"/>
                    <a:lumOff val="40000"/>
                  </a:schemeClr>
                </a:solidFill>
                <a:latin typeface="Arial Black" charset="0"/>
                <a:cs typeface="Arial Black" charset="0"/>
              </a:rPr>
              <a:t>INTERNATIONAL MONETARY FUND</a:t>
            </a:r>
            <a:endParaRPr lang="en-US" sz="900">
              <a:solidFill>
                <a:schemeClr val="accent1">
                  <a:lumMod val="60000"/>
                  <a:lumOff val="40000"/>
                </a:schemeClr>
              </a:solidFill>
            </a:endParaRPr>
          </a:p>
        </p:txBody>
      </p:sp>
      <p:sp>
        <p:nvSpPr>
          <p:cNvPr id="6" name="TextBox 5">
            <a:extLst>
              <a:ext uri="{FF2B5EF4-FFF2-40B4-BE49-F238E27FC236}">
                <a16:creationId xmlns:a16="http://schemas.microsoft.com/office/drawing/2014/main" id="{77362889-E692-BF4A-B8C8-D6FF23EE4CF0}"/>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cxnSp>
        <p:nvCxnSpPr>
          <p:cNvPr id="7" name="Straight Connector 6">
            <a:extLst>
              <a:ext uri="{FF2B5EF4-FFF2-40B4-BE49-F238E27FC236}">
                <a16:creationId xmlns:a16="http://schemas.microsoft.com/office/drawing/2014/main" id="{DCB5B26B-2A1F-084E-BAF6-BEA91A8E38A5}"/>
              </a:ext>
            </a:extLst>
          </p:cNvPr>
          <p:cNvCxnSpPr>
            <a:cxnSpLocks/>
          </p:cNvCxnSpPr>
          <p:nvPr userDrawn="1"/>
        </p:nvCxnSpPr>
        <p:spPr>
          <a:xfrm>
            <a:off x="6096000" y="1670538"/>
            <a:ext cx="0" cy="4425462"/>
          </a:xfrm>
          <a:prstGeom prst="line">
            <a:avLst/>
          </a:prstGeom>
          <a:ln w="952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0959837"/>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Large-Photo, Blue">
    <p:bg>
      <p:bgPr>
        <a:solidFill>
          <a:schemeClr val="tx2"/>
        </a:solidFill>
        <a:effectLst/>
      </p:bgPr>
    </p:bg>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987607" y="5349451"/>
            <a:ext cx="10216785" cy="978486"/>
          </a:xfrm>
          <a:prstGeom prst="rect">
            <a:avLst/>
          </a:prstGeom>
        </p:spPr>
        <p:txBody>
          <a:bodyPr vert="horz" lIns="0" tIns="182880" rIns="0" bIns="0" rtlCol="0" anchor="t">
            <a:noAutofit/>
          </a:bodyPr>
          <a:lstStyle>
            <a:lvl1pPr algn="ctr">
              <a:defRPr lang="en-US" sz="2400" dirty="0">
                <a:solidFill>
                  <a:schemeClr val="bg1"/>
                </a:solidFill>
                <a:latin typeface="Arial Black" charset="0"/>
                <a:ea typeface="Arial Black" charset="0"/>
                <a:cs typeface="Arial Black" charset="0"/>
              </a:defRPr>
            </a:lvl1pPr>
          </a:lstStyle>
          <a:p>
            <a:pPr marL="0" lvl="0"/>
            <a:r>
              <a:rPr lang="en-US"/>
              <a:t>Title for Large-Photo, Blue Layout</a:t>
            </a:r>
          </a:p>
        </p:txBody>
      </p:sp>
      <p:sp>
        <p:nvSpPr>
          <p:cNvPr id="3" name="Picture Placeholder 2">
            <a:extLst>
              <a:ext uri="{FF2B5EF4-FFF2-40B4-BE49-F238E27FC236}">
                <a16:creationId xmlns:a16="http://schemas.microsoft.com/office/drawing/2014/main" id="{6B57DE7E-D5A7-934A-BDAA-810E25C7A254}"/>
              </a:ext>
            </a:extLst>
          </p:cNvPr>
          <p:cNvSpPr>
            <a:spLocks noGrp="1"/>
          </p:cNvSpPr>
          <p:nvPr>
            <p:ph type="pic" sz="quarter" idx="10" hasCustomPrompt="1"/>
          </p:nvPr>
        </p:nvSpPr>
        <p:spPr>
          <a:xfrm>
            <a:off x="0" y="0"/>
            <a:ext cx="12192000" cy="5349875"/>
          </a:xfrm>
          <a:solidFill>
            <a:schemeClr val="tx2">
              <a:lumMod val="50000"/>
            </a:schemeClr>
          </a:solidFill>
        </p:spPr>
        <p:txBody>
          <a:bodyPr tIns="0" bIns="2057400" anchor="b"/>
          <a:lstStyle>
            <a:lvl1pPr algn="ctr">
              <a:defRPr i="1">
                <a:solidFill>
                  <a:schemeClr val="tx2"/>
                </a:solidFill>
              </a:defRPr>
            </a:lvl1pPr>
          </a:lstStyle>
          <a:p>
            <a:r>
              <a:rPr lang="en-US"/>
              <a:t>Click icon to insert a photo.</a:t>
            </a:r>
          </a:p>
        </p:txBody>
      </p:sp>
      <p:sp>
        <p:nvSpPr>
          <p:cNvPr id="5" name="Text Placeholder 4">
            <a:extLst>
              <a:ext uri="{FF2B5EF4-FFF2-40B4-BE49-F238E27FC236}">
                <a16:creationId xmlns:a16="http://schemas.microsoft.com/office/drawing/2014/main" id="{7096E3DB-FA3A-7842-8A68-4AE4AACEC5FF}"/>
              </a:ext>
            </a:extLst>
          </p:cNvPr>
          <p:cNvSpPr>
            <a:spLocks noGrp="1"/>
          </p:cNvSpPr>
          <p:nvPr>
            <p:ph type="body" sz="quarter" idx="11" hasCustomPrompt="1"/>
          </p:nvPr>
        </p:nvSpPr>
        <p:spPr>
          <a:xfrm rot="5400000">
            <a:off x="9386856" y="2544308"/>
            <a:ext cx="5349451" cy="260840"/>
          </a:xfrm>
        </p:spPr>
        <p:txBody>
          <a:bodyPr lIns="91440" tIns="45720" rIns="91440" bIns="45720">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
        <p:nvSpPr>
          <p:cNvPr id="12" name="TextBox 11">
            <a:extLst>
              <a:ext uri="{FF2B5EF4-FFF2-40B4-BE49-F238E27FC236}">
                <a16:creationId xmlns:a16="http://schemas.microsoft.com/office/drawing/2014/main" id="{764FF97F-5A7B-3544-BBF1-8D9147069589}"/>
              </a:ext>
            </a:extLst>
          </p:cNvPr>
          <p:cNvSpPr txBox="1"/>
          <p:nvPr userDrawn="1"/>
        </p:nvSpPr>
        <p:spPr>
          <a:xfrm>
            <a:off x="-1" y="6638779"/>
            <a:ext cx="9144000" cy="230832"/>
          </a:xfrm>
          <a:prstGeom prst="rect">
            <a:avLst/>
          </a:prstGeom>
          <a:noFill/>
        </p:spPr>
        <p:txBody>
          <a:bodyPr wrap="square" rtlCol="0">
            <a:spAutoFit/>
          </a:bodyPr>
          <a:lstStyle/>
          <a:p>
            <a:r>
              <a:rPr lang="en-US" sz="900" b="1">
                <a:solidFill>
                  <a:schemeClr val="accent1">
                    <a:lumMod val="60000"/>
                    <a:lumOff val="40000"/>
                  </a:schemeClr>
                </a:solidFill>
                <a:latin typeface="Arial Black" charset="0"/>
                <a:cs typeface="Arial Black" charset="0"/>
              </a:rPr>
              <a:t>INTERNATIONAL MONETARY FUND</a:t>
            </a:r>
            <a:endParaRPr lang="en-US" sz="900">
              <a:solidFill>
                <a:schemeClr val="accent1">
                  <a:lumMod val="60000"/>
                  <a:lumOff val="40000"/>
                </a:schemeClr>
              </a:solidFill>
            </a:endParaRPr>
          </a:p>
        </p:txBody>
      </p:sp>
      <p:sp>
        <p:nvSpPr>
          <p:cNvPr id="13" name="TextBox 12">
            <a:extLst>
              <a:ext uri="{FF2B5EF4-FFF2-40B4-BE49-F238E27FC236}">
                <a16:creationId xmlns:a16="http://schemas.microsoft.com/office/drawing/2014/main" id="{5558205F-7910-2A4D-9D13-3F4027CE12D3}"/>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1278298922"/>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3805" y="2130848"/>
            <a:ext cx="10364390" cy="1470050"/>
          </a:xfrm>
        </p:spPr>
        <p:txBody>
          <a:bodyPr/>
          <a:lstStyle/>
          <a:p>
            <a:r>
              <a:rPr lang="en-US"/>
              <a:t>Click to edit Master title style</a:t>
            </a:r>
          </a:p>
        </p:txBody>
      </p:sp>
      <p:sp>
        <p:nvSpPr>
          <p:cNvPr id="3" name="Subtitle 2"/>
          <p:cNvSpPr>
            <a:spLocks noGrp="1"/>
          </p:cNvSpPr>
          <p:nvPr>
            <p:ph type="subTitle" idx="1"/>
          </p:nvPr>
        </p:nvSpPr>
        <p:spPr>
          <a:xfrm>
            <a:off x="1829098" y="3886647"/>
            <a:ext cx="8533805" cy="1752451"/>
          </a:xfrm>
        </p:spPr>
        <p:txBody>
          <a:bodyPr/>
          <a:lstStyle>
            <a:lvl1pPr marL="0" indent="0" algn="ctr">
              <a:buNone/>
              <a:defRPr>
                <a:solidFill>
                  <a:schemeClr val="tx1">
                    <a:tint val="75000"/>
                  </a:schemeClr>
                </a:solidFill>
              </a:defRPr>
            </a:lvl1pPr>
            <a:lvl2pPr marL="382645" indent="0" algn="ctr">
              <a:buNone/>
              <a:defRPr>
                <a:solidFill>
                  <a:schemeClr val="tx1">
                    <a:tint val="75000"/>
                  </a:schemeClr>
                </a:solidFill>
              </a:defRPr>
            </a:lvl2pPr>
            <a:lvl3pPr marL="765291" indent="0" algn="ctr">
              <a:buNone/>
              <a:defRPr>
                <a:solidFill>
                  <a:schemeClr val="tx1">
                    <a:tint val="75000"/>
                  </a:schemeClr>
                </a:solidFill>
              </a:defRPr>
            </a:lvl3pPr>
            <a:lvl4pPr marL="1147937" indent="0" algn="ctr">
              <a:buNone/>
              <a:defRPr>
                <a:solidFill>
                  <a:schemeClr val="tx1">
                    <a:tint val="75000"/>
                  </a:schemeClr>
                </a:solidFill>
              </a:defRPr>
            </a:lvl4pPr>
            <a:lvl5pPr marL="1530582" indent="0" algn="ctr">
              <a:buNone/>
              <a:defRPr>
                <a:solidFill>
                  <a:schemeClr val="tx1">
                    <a:tint val="75000"/>
                  </a:schemeClr>
                </a:solidFill>
              </a:defRPr>
            </a:lvl5pPr>
            <a:lvl6pPr marL="1913228" indent="0" algn="ctr">
              <a:buNone/>
              <a:defRPr>
                <a:solidFill>
                  <a:schemeClr val="tx1">
                    <a:tint val="75000"/>
                  </a:schemeClr>
                </a:solidFill>
              </a:defRPr>
            </a:lvl6pPr>
            <a:lvl7pPr marL="2295873" indent="0" algn="ctr">
              <a:buNone/>
              <a:defRPr>
                <a:solidFill>
                  <a:schemeClr val="tx1">
                    <a:tint val="75000"/>
                  </a:schemeClr>
                </a:solidFill>
              </a:defRPr>
            </a:lvl7pPr>
            <a:lvl8pPr marL="2678519" indent="0" algn="ctr">
              <a:buNone/>
              <a:defRPr>
                <a:solidFill>
                  <a:schemeClr val="tx1">
                    <a:tint val="75000"/>
                  </a:schemeClr>
                </a:solidFill>
              </a:defRPr>
            </a:lvl8pPr>
            <a:lvl9pPr marL="3061165"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759A5DBC-1571-4E59-872B-8CC0D7295AA3}" type="slidenum">
              <a:rPr lang="en-US"/>
              <a:pPr>
                <a:defRPr/>
              </a:pPr>
              <a:t>‹#›</a:t>
            </a:fld>
            <a:endParaRPr lang="en-US"/>
          </a:p>
        </p:txBody>
      </p:sp>
    </p:spTree>
    <p:extLst>
      <p:ext uri="{BB962C8B-B14F-4D97-AF65-F5344CB8AC3E}">
        <p14:creationId xmlns:p14="http://schemas.microsoft.com/office/powerpoint/2010/main" val="11685212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5235" y="180182"/>
            <a:ext cx="10971371" cy="642938"/>
          </a:xfrm>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0E59C64-DCB6-4246-800E-104921E6E6E2}" type="slidenum">
              <a:rPr lang="en-US"/>
              <a:pPr>
                <a:defRPr/>
              </a:pPr>
              <a:t>‹#›</a:t>
            </a:fld>
            <a:endParaRPr lang="en-US"/>
          </a:p>
        </p:txBody>
      </p:sp>
    </p:spTree>
    <p:extLst>
      <p:ext uri="{BB962C8B-B14F-4D97-AF65-F5344CB8AC3E}">
        <p14:creationId xmlns:p14="http://schemas.microsoft.com/office/powerpoint/2010/main" val="33664510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resentation 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35A615-44B8-AC4C-BDEB-B9D50F7261D9}"/>
              </a:ext>
            </a:extLst>
          </p:cNvPr>
          <p:cNvSpPr/>
          <p:nvPr userDrawn="1"/>
        </p:nvSpPr>
        <p:spPr>
          <a:xfrm>
            <a:off x="11938958" y="-2"/>
            <a:ext cx="253042" cy="685800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5741048" y="1940930"/>
            <a:ext cx="5515284" cy="2239337"/>
          </a:xfrm>
        </p:spPr>
        <p:txBody>
          <a:bodyPr lIns="0" tIns="0" rIns="0" bIns="45720" anchor="b" anchorCtr="0">
            <a:normAutofit/>
          </a:bodyPr>
          <a:lstStyle>
            <a:lvl1pPr algn="l">
              <a:lnSpc>
                <a:spcPct val="95000"/>
              </a:lnSpc>
              <a:defRPr sz="4000" b="0" i="0">
                <a:solidFill>
                  <a:schemeClr val="tx2"/>
                </a:solidFill>
                <a:latin typeface="Arial Black" panose="020B0604020202020204" pitchFamily="34" charset="0"/>
                <a:cs typeface="Arial Black" panose="020B0604020202020204" pitchFamily="34" charset="0"/>
              </a:defRPr>
            </a:lvl1pPr>
          </a:lstStyle>
          <a:p>
            <a:r>
              <a:rPr lang="en-US"/>
              <a:t>Presentation Title up to three lines in length</a:t>
            </a:r>
          </a:p>
        </p:txBody>
      </p:sp>
      <p:sp>
        <p:nvSpPr>
          <p:cNvPr id="3" name="Subtitle 2"/>
          <p:cNvSpPr>
            <a:spLocks noGrp="1"/>
          </p:cNvSpPr>
          <p:nvPr>
            <p:ph type="subTitle" idx="1" hasCustomPrompt="1"/>
          </p:nvPr>
        </p:nvSpPr>
        <p:spPr>
          <a:xfrm>
            <a:off x="5741048" y="4180267"/>
            <a:ext cx="5515284" cy="465240"/>
          </a:xfrm>
        </p:spPr>
        <p:txBody>
          <a:bodyPr lIns="0" tIns="91440" rIns="0" bIns="0"/>
          <a:lstStyle>
            <a:lvl1pPr marL="0" indent="0" algn="l">
              <a:buNone/>
              <a:defRPr b="1" cap="all" baseline="0">
                <a:solidFill>
                  <a:schemeClr val="tx2"/>
                </a:solidFill>
              </a:defRPr>
            </a:lvl1pPr>
            <a:lvl2pPr marL="457157" indent="0" algn="ctr">
              <a:buNone/>
              <a:defRPr>
                <a:solidFill>
                  <a:schemeClr val="tx1">
                    <a:tint val="75000"/>
                  </a:schemeClr>
                </a:solidFill>
              </a:defRPr>
            </a:lvl2pPr>
            <a:lvl3pPr marL="914314" indent="0" algn="ctr">
              <a:buNone/>
              <a:defRPr>
                <a:solidFill>
                  <a:schemeClr val="tx1">
                    <a:tint val="75000"/>
                  </a:schemeClr>
                </a:solidFill>
              </a:defRPr>
            </a:lvl3pPr>
            <a:lvl4pPr marL="1371472" indent="0" algn="ctr">
              <a:buNone/>
              <a:defRPr>
                <a:solidFill>
                  <a:schemeClr val="tx1">
                    <a:tint val="75000"/>
                  </a:schemeClr>
                </a:solidFill>
              </a:defRPr>
            </a:lvl4pPr>
            <a:lvl5pPr marL="1828628" indent="0" algn="ctr">
              <a:buNone/>
              <a:defRPr>
                <a:solidFill>
                  <a:schemeClr val="tx1">
                    <a:tint val="75000"/>
                  </a:schemeClr>
                </a:solidFill>
              </a:defRPr>
            </a:lvl5pPr>
            <a:lvl6pPr marL="2285785" indent="0" algn="ctr">
              <a:buNone/>
              <a:defRPr>
                <a:solidFill>
                  <a:schemeClr val="tx1">
                    <a:tint val="75000"/>
                  </a:schemeClr>
                </a:solidFill>
              </a:defRPr>
            </a:lvl6pPr>
            <a:lvl7pPr marL="2742942" indent="0" algn="ctr">
              <a:buNone/>
              <a:defRPr>
                <a:solidFill>
                  <a:schemeClr val="tx1">
                    <a:tint val="75000"/>
                  </a:schemeClr>
                </a:solidFill>
              </a:defRPr>
            </a:lvl7pPr>
            <a:lvl8pPr marL="3200100" indent="0" algn="ctr">
              <a:buNone/>
              <a:defRPr>
                <a:solidFill>
                  <a:schemeClr val="tx1">
                    <a:tint val="75000"/>
                  </a:schemeClr>
                </a:solidFill>
              </a:defRPr>
            </a:lvl8pPr>
            <a:lvl9pPr marL="3657257" indent="0" algn="ctr">
              <a:buNone/>
              <a:defRPr>
                <a:solidFill>
                  <a:schemeClr val="tx1">
                    <a:tint val="75000"/>
                  </a:schemeClr>
                </a:solidFill>
              </a:defRPr>
            </a:lvl9pPr>
          </a:lstStyle>
          <a:p>
            <a:r>
              <a:rPr lang="en-US"/>
              <a:t>Month </a:t>
            </a:r>
            <a:r>
              <a:rPr lang="en-US" err="1"/>
              <a:t>dd</a:t>
            </a:r>
            <a:r>
              <a:rPr lang="en-US"/>
              <a:t>, </a:t>
            </a:r>
            <a:r>
              <a:rPr lang="en-US" err="1"/>
              <a:t>yyyy</a:t>
            </a:r>
            <a:endParaRPr lang="en-US"/>
          </a:p>
        </p:txBody>
      </p:sp>
      <p:sp>
        <p:nvSpPr>
          <p:cNvPr id="12" name="Text Placeholder 11">
            <a:extLst>
              <a:ext uri="{FF2B5EF4-FFF2-40B4-BE49-F238E27FC236}">
                <a16:creationId xmlns:a16="http://schemas.microsoft.com/office/drawing/2014/main" id="{FF8FC6B8-AF18-8A44-98A9-C2E79C685356}"/>
              </a:ext>
            </a:extLst>
          </p:cNvPr>
          <p:cNvSpPr>
            <a:spLocks noGrp="1"/>
          </p:cNvSpPr>
          <p:nvPr>
            <p:ph type="body" sz="quarter" idx="10" hasCustomPrompt="1"/>
          </p:nvPr>
        </p:nvSpPr>
        <p:spPr>
          <a:xfrm>
            <a:off x="5741048" y="4879731"/>
            <a:ext cx="5515284" cy="1213338"/>
          </a:xfrm>
        </p:spPr>
        <p:txBody>
          <a:bodyPr lIns="0" tIns="0" rIns="0" bIns="0" anchor="b" anchorCtr="0"/>
          <a:lstStyle>
            <a:lvl1pPr marL="0" indent="0">
              <a:spcBef>
                <a:spcPts val="300"/>
              </a:spcBef>
              <a:buNone/>
              <a:tabLst/>
              <a:defRPr>
                <a:solidFill>
                  <a:schemeClr val="bg1">
                    <a:lumMod val="50000"/>
                  </a:schemeClr>
                </a:solidFill>
              </a:defRPr>
            </a:lvl1pPr>
            <a:lvl2pPr marL="0" indent="0">
              <a:spcBef>
                <a:spcPts val="300"/>
              </a:spcBef>
              <a:buNone/>
              <a:tabLst/>
              <a:defRPr>
                <a:solidFill>
                  <a:schemeClr val="bg1">
                    <a:lumMod val="50000"/>
                  </a:schemeClr>
                </a:solidFill>
              </a:defRPr>
            </a:lvl2pPr>
            <a:lvl3pPr marL="0" indent="0">
              <a:spcBef>
                <a:spcPts val="300"/>
              </a:spcBef>
              <a:buNone/>
              <a:tabLst/>
              <a:defRPr>
                <a:solidFill>
                  <a:schemeClr val="bg1">
                    <a:lumMod val="50000"/>
                  </a:schemeClr>
                </a:solidFill>
              </a:defRPr>
            </a:lvl3pPr>
            <a:lvl4pPr marL="0" indent="0">
              <a:spcBef>
                <a:spcPts val="300"/>
              </a:spcBef>
              <a:buNone/>
              <a:tabLst/>
              <a:defRPr>
                <a:solidFill>
                  <a:schemeClr val="bg1">
                    <a:lumMod val="50000"/>
                  </a:schemeClr>
                </a:solidFill>
              </a:defRPr>
            </a:lvl4pPr>
            <a:lvl5pPr marL="0" indent="0">
              <a:spcBef>
                <a:spcPts val="300"/>
              </a:spcBef>
              <a:buNone/>
              <a:tabLst/>
              <a:defRPr>
                <a:solidFill>
                  <a:schemeClr val="bg1">
                    <a:lumMod val="50000"/>
                  </a:schemeClr>
                </a:solidFill>
              </a:defRPr>
            </a:lvl5pPr>
          </a:lstStyle>
          <a:p>
            <a:pPr lvl="0"/>
            <a:r>
              <a:rPr lang="en-US"/>
              <a:t>Speaker Name</a:t>
            </a:r>
          </a:p>
          <a:p>
            <a:pPr lvl="0"/>
            <a:r>
              <a:rPr lang="en-US"/>
              <a:t>Division/Title/Affiliation</a:t>
            </a:r>
          </a:p>
        </p:txBody>
      </p:sp>
      <p:sp>
        <p:nvSpPr>
          <p:cNvPr id="5" name="Picture Placeholder 4">
            <a:extLst>
              <a:ext uri="{FF2B5EF4-FFF2-40B4-BE49-F238E27FC236}">
                <a16:creationId xmlns:a16="http://schemas.microsoft.com/office/drawing/2014/main" id="{EDD8EAEE-101A-B04C-9480-47C14533CE54}"/>
              </a:ext>
            </a:extLst>
          </p:cNvPr>
          <p:cNvSpPr>
            <a:spLocks noGrp="1"/>
          </p:cNvSpPr>
          <p:nvPr>
            <p:ph type="pic" sz="quarter" idx="11" hasCustomPrompt="1"/>
          </p:nvPr>
        </p:nvSpPr>
        <p:spPr>
          <a:xfrm>
            <a:off x="0" y="0"/>
            <a:ext cx="4891088" cy="6858000"/>
          </a:xfrm>
          <a:solidFill>
            <a:schemeClr val="tx2"/>
          </a:solidFill>
        </p:spPr>
        <p:txBody>
          <a:bodyPr lIns="365760" tIns="365760" rIns="365760" bIns="2971800" anchor="b">
            <a:normAutofit/>
          </a:bodyPr>
          <a:lstStyle>
            <a:lvl1pPr marL="0" indent="0" algn="ctr">
              <a:buNone/>
              <a:defRPr sz="1600" i="1">
                <a:solidFill>
                  <a:schemeClr val="tx2">
                    <a:lumMod val="40000"/>
                    <a:lumOff val="60000"/>
                  </a:schemeClr>
                </a:solidFill>
              </a:defRPr>
            </a:lvl1pPr>
          </a:lstStyle>
          <a:p>
            <a:r>
              <a:rPr lang="en-US"/>
              <a:t>Click icon to insert a photo.</a:t>
            </a:r>
          </a:p>
        </p:txBody>
      </p:sp>
      <p:sp>
        <p:nvSpPr>
          <p:cNvPr id="8" name="Text Placeholder 4">
            <a:extLst>
              <a:ext uri="{FF2B5EF4-FFF2-40B4-BE49-F238E27FC236}">
                <a16:creationId xmlns:a16="http://schemas.microsoft.com/office/drawing/2014/main" id="{FEFAF05C-419E-4343-8983-4850A83FB6CD}"/>
              </a:ext>
            </a:extLst>
          </p:cNvPr>
          <p:cNvSpPr>
            <a:spLocks noGrp="1"/>
          </p:cNvSpPr>
          <p:nvPr>
            <p:ph type="body" sz="quarter" idx="12" hasCustomPrompt="1"/>
          </p:nvPr>
        </p:nvSpPr>
        <p:spPr>
          <a:xfrm>
            <a:off x="0" y="6597160"/>
            <a:ext cx="4891089" cy="260840"/>
          </a:xfrm>
        </p:spPr>
        <p:txBody>
          <a:bodyPr lIns="91440" tIns="45720" rIns="91440" bIns="45720">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pic>
        <p:nvPicPr>
          <p:cNvPr id="6" name="Graphic 5">
            <a:extLst>
              <a:ext uri="{FF2B5EF4-FFF2-40B4-BE49-F238E27FC236}">
                <a16:creationId xmlns:a16="http://schemas.microsoft.com/office/drawing/2014/main" id="{A84459F0-C776-6C49-B932-81C19C279ABD}"/>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r="71980"/>
          <a:stretch/>
        </p:blipFill>
        <p:spPr>
          <a:xfrm>
            <a:off x="5623560" y="749808"/>
            <a:ext cx="1111976" cy="1143096"/>
          </a:xfrm>
          <a:prstGeom prst="rect">
            <a:avLst/>
          </a:prstGeom>
        </p:spPr>
      </p:pic>
    </p:spTree>
    <p:extLst>
      <p:ext uri="{BB962C8B-B14F-4D97-AF65-F5344CB8AC3E}">
        <p14:creationId xmlns:p14="http://schemas.microsoft.com/office/powerpoint/2010/main" val="1240502138"/>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orient="horz" pos="3799">
          <p15:clr>
            <a:srgbClr val="FBAE40"/>
          </p15:clr>
        </p15:guide>
        <p15:guide id="3" pos="3600">
          <p15:clr>
            <a:srgbClr val="FBAE40"/>
          </p15:clr>
        </p15:guide>
        <p15:guide id="4" pos="308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ept. Presentation 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35A615-44B8-AC4C-BDEB-B9D50F7261D9}"/>
              </a:ext>
            </a:extLst>
          </p:cNvPr>
          <p:cNvSpPr/>
          <p:nvPr userDrawn="1"/>
        </p:nvSpPr>
        <p:spPr>
          <a:xfrm>
            <a:off x="11938958" y="-2"/>
            <a:ext cx="253042" cy="685800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5741048" y="1940930"/>
            <a:ext cx="5515284" cy="2239337"/>
          </a:xfrm>
        </p:spPr>
        <p:txBody>
          <a:bodyPr lIns="0" tIns="0" rIns="0" bIns="45720" anchor="b" anchorCtr="0">
            <a:normAutofit/>
          </a:bodyPr>
          <a:lstStyle>
            <a:lvl1pPr algn="l">
              <a:lnSpc>
                <a:spcPct val="95000"/>
              </a:lnSpc>
              <a:defRPr sz="4000" b="0" i="0">
                <a:solidFill>
                  <a:schemeClr val="tx2"/>
                </a:solidFill>
                <a:latin typeface="Arial Black" panose="020B0604020202020204" pitchFamily="34" charset="0"/>
                <a:cs typeface="Arial Black" panose="020B0604020202020204" pitchFamily="34" charset="0"/>
              </a:defRPr>
            </a:lvl1pPr>
          </a:lstStyle>
          <a:p>
            <a:r>
              <a:rPr lang="en-US"/>
              <a:t>Presentation Title up to three lines in length</a:t>
            </a:r>
          </a:p>
        </p:txBody>
      </p:sp>
      <p:sp>
        <p:nvSpPr>
          <p:cNvPr id="3" name="Subtitle 2"/>
          <p:cNvSpPr>
            <a:spLocks noGrp="1"/>
          </p:cNvSpPr>
          <p:nvPr>
            <p:ph type="subTitle" idx="1" hasCustomPrompt="1"/>
          </p:nvPr>
        </p:nvSpPr>
        <p:spPr>
          <a:xfrm>
            <a:off x="5741048" y="4180267"/>
            <a:ext cx="5515284" cy="465240"/>
          </a:xfrm>
        </p:spPr>
        <p:txBody>
          <a:bodyPr lIns="0" tIns="91440" rIns="0" bIns="0"/>
          <a:lstStyle>
            <a:lvl1pPr marL="0" indent="0" algn="l">
              <a:buNone/>
              <a:defRPr b="1" cap="all" baseline="0">
                <a:solidFill>
                  <a:schemeClr val="tx2"/>
                </a:solidFill>
              </a:defRPr>
            </a:lvl1pPr>
            <a:lvl2pPr marL="457157" indent="0" algn="ctr">
              <a:buNone/>
              <a:defRPr>
                <a:solidFill>
                  <a:schemeClr val="tx1">
                    <a:tint val="75000"/>
                  </a:schemeClr>
                </a:solidFill>
              </a:defRPr>
            </a:lvl2pPr>
            <a:lvl3pPr marL="914314" indent="0" algn="ctr">
              <a:buNone/>
              <a:defRPr>
                <a:solidFill>
                  <a:schemeClr val="tx1">
                    <a:tint val="75000"/>
                  </a:schemeClr>
                </a:solidFill>
              </a:defRPr>
            </a:lvl3pPr>
            <a:lvl4pPr marL="1371472" indent="0" algn="ctr">
              <a:buNone/>
              <a:defRPr>
                <a:solidFill>
                  <a:schemeClr val="tx1">
                    <a:tint val="75000"/>
                  </a:schemeClr>
                </a:solidFill>
              </a:defRPr>
            </a:lvl4pPr>
            <a:lvl5pPr marL="1828628" indent="0" algn="ctr">
              <a:buNone/>
              <a:defRPr>
                <a:solidFill>
                  <a:schemeClr val="tx1">
                    <a:tint val="75000"/>
                  </a:schemeClr>
                </a:solidFill>
              </a:defRPr>
            </a:lvl5pPr>
            <a:lvl6pPr marL="2285785" indent="0" algn="ctr">
              <a:buNone/>
              <a:defRPr>
                <a:solidFill>
                  <a:schemeClr val="tx1">
                    <a:tint val="75000"/>
                  </a:schemeClr>
                </a:solidFill>
              </a:defRPr>
            </a:lvl6pPr>
            <a:lvl7pPr marL="2742942" indent="0" algn="ctr">
              <a:buNone/>
              <a:defRPr>
                <a:solidFill>
                  <a:schemeClr val="tx1">
                    <a:tint val="75000"/>
                  </a:schemeClr>
                </a:solidFill>
              </a:defRPr>
            </a:lvl7pPr>
            <a:lvl8pPr marL="3200100" indent="0" algn="ctr">
              <a:buNone/>
              <a:defRPr>
                <a:solidFill>
                  <a:schemeClr val="tx1">
                    <a:tint val="75000"/>
                  </a:schemeClr>
                </a:solidFill>
              </a:defRPr>
            </a:lvl8pPr>
            <a:lvl9pPr marL="3657257" indent="0" algn="ctr">
              <a:buNone/>
              <a:defRPr>
                <a:solidFill>
                  <a:schemeClr val="tx1">
                    <a:tint val="75000"/>
                  </a:schemeClr>
                </a:solidFill>
              </a:defRPr>
            </a:lvl9pPr>
          </a:lstStyle>
          <a:p>
            <a:r>
              <a:rPr lang="en-US"/>
              <a:t>Month </a:t>
            </a:r>
            <a:r>
              <a:rPr lang="en-US" err="1"/>
              <a:t>dd</a:t>
            </a:r>
            <a:r>
              <a:rPr lang="en-US"/>
              <a:t>, </a:t>
            </a:r>
            <a:r>
              <a:rPr lang="en-US" err="1"/>
              <a:t>yyyy</a:t>
            </a:r>
            <a:endParaRPr lang="en-US"/>
          </a:p>
        </p:txBody>
      </p:sp>
      <p:sp>
        <p:nvSpPr>
          <p:cNvPr id="12" name="Text Placeholder 11">
            <a:extLst>
              <a:ext uri="{FF2B5EF4-FFF2-40B4-BE49-F238E27FC236}">
                <a16:creationId xmlns:a16="http://schemas.microsoft.com/office/drawing/2014/main" id="{FF8FC6B8-AF18-8A44-98A9-C2E79C685356}"/>
              </a:ext>
            </a:extLst>
          </p:cNvPr>
          <p:cNvSpPr>
            <a:spLocks noGrp="1"/>
          </p:cNvSpPr>
          <p:nvPr>
            <p:ph type="body" sz="quarter" idx="10" hasCustomPrompt="1"/>
          </p:nvPr>
        </p:nvSpPr>
        <p:spPr>
          <a:xfrm>
            <a:off x="5741048" y="4879731"/>
            <a:ext cx="5515284" cy="1213338"/>
          </a:xfrm>
        </p:spPr>
        <p:txBody>
          <a:bodyPr lIns="0" tIns="0" rIns="0" bIns="0" anchor="b" anchorCtr="0"/>
          <a:lstStyle>
            <a:lvl1pPr marL="0" indent="0">
              <a:spcBef>
                <a:spcPts val="300"/>
              </a:spcBef>
              <a:buNone/>
              <a:tabLst/>
              <a:defRPr>
                <a:solidFill>
                  <a:schemeClr val="bg1">
                    <a:lumMod val="50000"/>
                  </a:schemeClr>
                </a:solidFill>
              </a:defRPr>
            </a:lvl1pPr>
            <a:lvl2pPr marL="0" indent="0">
              <a:spcBef>
                <a:spcPts val="300"/>
              </a:spcBef>
              <a:buNone/>
              <a:tabLst/>
              <a:defRPr>
                <a:solidFill>
                  <a:schemeClr val="bg1">
                    <a:lumMod val="50000"/>
                  </a:schemeClr>
                </a:solidFill>
              </a:defRPr>
            </a:lvl2pPr>
            <a:lvl3pPr marL="0" indent="0">
              <a:spcBef>
                <a:spcPts val="300"/>
              </a:spcBef>
              <a:buNone/>
              <a:tabLst/>
              <a:defRPr>
                <a:solidFill>
                  <a:schemeClr val="bg1">
                    <a:lumMod val="50000"/>
                  </a:schemeClr>
                </a:solidFill>
              </a:defRPr>
            </a:lvl3pPr>
            <a:lvl4pPr marL="0" indent="0">
              <a:spcBef>
                <a:spcPts val="300"/>
              </a:spcBef>
              <a:buNone/>
              <a:tabLst/>
              <a:defRPr>
                <a:solidFill>
                  <a:schemeClr val="bg1">
                    <a:lumMod val="50000"/>
                  </a:schemeClr>
                </a:solidFill>
              </a:defRPr>
            </a:lvl4pPr>
            <a:lvl5pPr marL="0" indent="0">
              <a:spcBef>
                <a:spcPts val="300"/>
              </a:spcBef>
              <a:buNone/>
              <a:tabLst/>
              <a:defRPr>
                <a:solidFill>
                  <a:schemeClr val="bg1">
                    <a:lumMod val="50000"/>
                  </a:schemeClr>
                </a:solidFill>
              </a:defRPr>
            </a:lvl5pPr>
          </a:lstStyle>
          <a:p>
            <a:pPr lvl="0"/>
            <a:r>
              <a:rPr lang="en-US"/>
              <a:t>Speaker Name</a:t>
            </a:r>
          </a:p>
          <a:p>
            <a:pPr lvl="0"/>
            <a:r>
              <a:rPr lang="en-US"/>
              <a:t>Division/Title/Affiliation</a:t>
            </a:r>
          </a:p>
        </p:txBody>
      </p:sp>
      <p:sp>
        <p:nvSpPr>
          <p:cNvPr id="5" name="Picture Placeholder 4">
            <a:extLst>
              <a:ext uri="{FF2B5EF4-FFF2-40B4-BE49-F238E27FC236}">
                <a16:creationId xmlns:a16="http://schemas.microsoft.com/office/drawing/2014/main" id="{EDD8EAEE-101A-B04C-9480-47C14533CE54}"/>
              </a:ext>
            </a:extLst>
          </p:cNvPr>
          <p:cNvSpPr>
            <a:spLocks noGrp="1"/>
          </p:cNvSpPr>
          <p:nvPr>
            <p:ph type="pic" sz="quarter" idx="11" hasCustomPrompt="1"/>
          </p:nvPr>
        </p:nvSpPr>
        <p:spPr>
          <a:xfrm>
            <a:off x="0" y="0"/>
            <a:ext cx="4891088" cy="6858000"/>
          </a:xfrm>
          <a:solidFill>
            <a:schemeClr val="tx2"/>
          </a:solidFill>
        </p:spPr>
        <p:txBody>
          <a:bodyPr lIns="365760" tIns="365760" rIns="365760" bIns="2971800" anchor="b">
            <a:normAutofit/>
          </a:bodyPr>
          <a:lstStyle>
            <a:lvl1pPr marL="0" indent="0" algn="ctr">
              <a:buNone/>
              <a:defRPr sz="1600" i="1">
                <a:solidFill>
                  <a:schemeClr val="tx2">
                    <a:lumMod val="40000"/>
                    <a:lumOff val="60000"/>
                  </a:schemeClr>
                </a:solidFill>
              </a:defRPr>
            </a:lvl1pPr>
          </a:lstStyle>
          <a:p>
            <a:r>
              <a:rPr lang="en-US"/>
              <a:t>Click icon to insert a photo.</a:t>
            </a:r>
          </a:p>
        </p:txBody>
      </p:sp>
      <p:sp>
        <p:nvSpPr>
          <p:cNvPr id="8" name="Text Placeholder 4">
            <a:extLst>
              <a:ext uri="{FF2B5EF4-FFF2-40B4-BE49-F238E27FC236}">
                <a16:creationId xmlns:a16="http://schemas.microsoft.com/office/drawing/2014/main" id="{FEFAF05C-419E-4343-8983-4850A83FB6CD}"/>
              </a:ext>
            </a:extLst>
          </p:cNvPr>
          <p:cNvSpPr>
            <a:spLocks noGrp="1"/>
          </p:cNvSpPr>
          <p:nvPr>
            <p:ph type="body" sz="quarter" idx="12" hasCustomPrompt="1"/>
          </p:nvPr>
        </p:nvSpPr>
        <p:spPr>
          <a:xfrm>
            <a:off x="0" y="6597160"/>
            <a:ext cx="4891089" cy="260840"/>
          </a:xfrm>
        </p:spPr>
        <p:txBody>
          <a:bodyPr lIns="91440" tIns="45720" rIns="91440" bIns="45720">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pic>
        <p:nvPicPr>
          <p:cNvPr id="11" name="Graphic 10">
            <a:extLst>
              <a:ext uri="{FF2B5EF4-FFF2-40B4-BE49-F238E27FC236}">
                <a16:creationId xmlns:a16="http://schemas.microsoft.com/office/drawing/2014/main" id="{297D2D33-B99A-B046-B49A-16CB982B1BB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623560" y="749808"/>
            <a:ext cx="3968150" cy="1143000"/>
          </a:xfrm>
          <a:prstGeom prst="rect">
            <a:avLst/>
          </a:prstGeom>
        </p:spPr>
      </p:pic>
    </p:spTree>
    <p:extLst>
      <p:ext uri="{BB962C8B-B14F-4D97-AF65-F5344CB8AC3E}">
        <p14:creationId xmlns:p14="http://schemas.microsoft.com/office/powerpoint/2010/main" val="1463129049"/>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orient="horz" pos="3799">
          <p15:clr>
            <a:srgbClr val="FBAE40"/>
          </p15:clr>
        </p15:guide>
        <p15:guide id="3" pos="3600">
          <p15:clr>
            <a:srgbClr val="FBAE40"/>
          </p15:clr>
        </p15:guide>
        <p15:guide id="4" pos="3081">
          <p15:clr>
            <a:srgbClr val="FBAE40"/>
          </p15:clr>
        </p15:guide>
        <p15:guide id="5" pos="3632">
          <p15:clr>
            <a:srgbClr val="FBAE40"/>
          </p15:clr>
        </p15:guide>
        <p15:guide id="6" orient="horz" pos="833">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Divider (Cya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9CCFC-0C7C-7E42-AAEE-3FB70C592937}"/>
              </a:ext>
            </a:extLst>
          </p:cNvPr>
          <p:cNvSpPr>
            <a:spLocks noGrp="1"/>
          </p:cNvSpPr>
          <p:nvPr>
            <p:ph type="title" hasCustomPrompt="1"/>
          </p:nvPr>
        </p:nvSpPr>
        <p:spPr>
          <a:xfrm>
            <a:off x="1295400" y="1371600"/>
            <a:ext cx="9601200" cy="4114800"/>
          </a:xfrm>
        </p:spPr>
        <p:txBody>
          <a:bodyPr anchor="ctr"/>
          <a:lstStyle>
            <a:lvl1pPr algn="ctr">
              <a:defRPr>
                <a:solidFill>
                  <a:schemeClr val="bg1"/>
                </a:solidFill>
              </a:defRPr>
            </a:lvl1pPr>
          </a:lstStyle>
          <a:p>
            <a:r>
              <a:rPr lang="en-US"/>
              <a:t>Title for Divider (Cyan)</a:t>
            </a:r>
          </a:p>
        </p:txBody>
      </p:sp>
      <p:sp>
        <p:nvSpPr>
          <p:cNvPr id="3" name="TextBox 2">
            <a:extLst>
              <a:ext uri="{FF2B5EF4-FFF2-40B4-BE49-F238E27FC236}">
                <a16:creationId xmlns:a16="http://schemas.microsoft.com/office/drawing/2014/main" id="{387B958B-EF8E-214B-9B02-2EE3EF507FDD}"/>
              </a:ext>
            </a:extLst>
          </p:cNvPr>
          <p:cNvSpPr txBox="1"/>
          <p:nvPr userDrawn="1"/>
        </p:nvSpPr>
        <p:spPr>
          <a:xfrm>
            <a:off x="-1" y="6638779"/>
            <a:ext cx="9144000" cy="230832"/>
          </a:xfrm>
          <a:prstGeom prst="rect">
            <a:avLst/>
          </a:prstGeom>
          <a:noFill/>
        </p:spPr>
        <p:txBody>
          <a:bodyPr wrap="square" rtlCol="0">
            <a:spAutoFit/>
          </a:bodyPr>
          <a:lstStyle/>
          <a:p>
            <a:r>
              <a:rPr lang="en-US" sz="900" b="1">
                <a:solidFill>
                  <a:schemeClr val="bg1"/>
                </a:solidFill>
                <a:latin typeface="Arial Black" charset="0"/>
                <a:cs typeface="Arial Black" charset="0"/>
              </a:rPr>
              <a:t>IMF </a:t>
            </a:r>
            <a:r>
              <a:rPr lang="en-US" sz="900" b="0">
                <a:solidFill>
                  <a:schemeClr val="bg1"/>
                </a:solidFill>
                <a:latin typeface="+mn-lt"/>
                <a:cs typeface="Arial Black" charset="0"/>
              </a:rPr>
              <a:t>| Fiscal Affairs</a:t>
            </a:r>
            <a:endParaRPr lang="en-US" sz="900" b="0">
              <a:solidFill>
                <a:schemeClr val="bg1"/>
              </a:solidFill>
              <a:latin typeface="+mn-lt"/>
            </a:endParaRPr>
          </a:p>
        </p:txBody>
      </p:sp>
      <p:sp>
        <p:nvSpPr>
          <p:cNvPr id="4" name="TextBox 3">
            <a:extLst>
              <a:ext uri="{FF2B5EF4-FFF2-40B4-BE49-F238E27FC236}">
                <a16:creationId xmlns:a16="http://schemas.microsoft.com/office/drawing/2014/main" id="{D498BA64-B15C-8146-85CE-EE4EA1ADA406}"/>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9871630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1_Divider (Purple)">
    <p:bg>
      <p:bgPr>
        <a:solidFill>
          <a:srgbClr val="59007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9CCFC-0C7C-7E42-AAEE-3FB70C592937}"/>
              </a:ext>
            </a:extLst>
          </p:cNvPr>
          <p:cNvSpPr>
            <a:spLocks noGrp="1"/>
          </p:cNvSpPr>
          <p:nvPr>
            <p:ph type="title" hasCustomPrompt="1"/>
          </p:nvPr>
        </p:nvSpPr>
        <p:spPr>
          <a:xfrm>
            <a:off x="1295400" y="1371600"/>
            <a:ext cx="9601200" cy="4114800"/>
          </a:xfrm>
        </p:spPr>
        <p:txBody>
          <a:bodyPr anchor="ctr"/>
          <a:lstStyle>
            <a:lvl1pPr algn="ctr">
              <a:defRPr>
                <a:solidFill>
                  <a:schemeClr val="bg1"/>
                </a:solidFill>
              </a:defRPr>
            </a:lvl1pPr>
          </a:lstStyle>
          <a:p>
            <a:r>
              <a:rPr lang="en-US"/>
              <a:t>Title for Divider (Purple)</a:t>
            </a:r>
          </a:p>
        </p:txBody>
      </p:sp>
      <p:sp>
        <p:nvSpPr>
          <p:cNvPr id="3" name="TextBox 2">
            <a:extLst>
              <a:ext uri="{FF2B5EF4-FFF2-40B4-BE49-F238E27FC236}">
                <a16:creationId xmlns:a16="http://schemas.microsoft.com/office/drawing/2014/main" id="{387B958B-EF8E-214B-9B02-2EE3EF507FDD}"/>
              </a:ext>
            </a:extLst>
          </p:cNvPr>
          <p:cNvSpPr txBox="1"/>
          <p:nvPr userDrawn="1"/>
        </p:nvSpPr>
        <p:spPr>
          <a:xfrm>
            <a:off x="-1" y="6638779"/>
            <a:ext cx="9144000" cy="230832"/>
          </a:xfrm>
          <a:prstGeom prst="rect">
            <a:avLst/>
          </a:prstGeom>
          <a:noFill/>
        </p:spPr>
        <p:txBody>
          <a:bodyPr wrap="square" rtlCol="0">
            <a:spAutoFit/>
          </a:bodyPr>
          <a:lstStyle/>
          <a:p>
            <a:r>
              <a:rPr lang="en-US" sz="900" b="1">
                <a:solidFill>
                  <a:schemeClr val="bg1"/>
                </a:solidFill>
                <a:latin typeface="Arial Black" charset="0"/>
                <a:cs typeface="Arial Black" charset="0"/>
              </a:rPr>
              <a:t>IMF </a:t>
            </a:r>
            <a:r>
              <a:rPr lang="en-US" sz="900" b="0">
                <a:solidFill>
                  <a:schemeClr val="bg1"/>
                </a:solidFill>
                <a:latin typeface="+mn-lt"/>
                <a:cs typeface="Arial Black" charset="0"/>
              </a:rPr>
              <a:t>| Fiscal Affairs</a:t>
            </a:r>
            <a:endParaRPr lang="en-US" sz="900" b="0">
              <a:solidFill>
                <a:schemeClr val="bg1"/>
              </a:solidFill>
              <a:latin typeface="+mn-lt"/>
            </a:endParaRPr>
          </a:p>
        </p:txBody>
      </p:sp>
      <p:sp>
        <p:nvSpPr>
          <p:cNvPr id="4" name="TextBox 3">
            <a:extLst>
              <a:ext uri="{FF2B5EF4-FFF2-40B4-BE49-F238E27FC236}">
                <a16:creationId xmlns:a16="http://schemas.microsoft.com/office/drawing/2014/main" id="{D498BA64-B15C-8146-85CE-EE4EA1ADA406}"/>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21109981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2_Divider (Image)">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9CCFC-0C7C-7E42-AAEE-3FB70C592937}"/>
              </a:ext>
            </a:extLst>
          </p:cNvPr>
          <p:cNvSpPr>
            <a:spLocks noGrp="1"/>
          </p:cNvSpPr>
          <p:nvPr>
            <p:ph type="title" hasCustomPrompt="1"/>
          </p:nvPr>
        </p:nvSpPr>
        <p:spPr>
          <a:xfrm>
            <a:off x="1295400" y="1371600"/>
            <a:ext cx="9601200" cy="4114800"/>
          </a:xfrm>
        </p:spPr>
        <p:txBody>
          <a:bodyPr anchor="ctr"/>
          <a:lstStyle>
            <a:lvl1pPr algn="ctr">
              <a:defRPr>
                <a:solidFill>
                  <a:schemeClr val="bg1"/>
                </a:solidFill>
              </a:defRPr>
            </a:lvl1pPr>
          </a:lstStyle>
          <a:p>
            <a:r>
              <a:rPr lang="en-US"/>
              <a:t>Title for Divider (Image)</a:t>
            </a:r>
          </a:p>
        </p:txBody>
      </p:sp>
      <p:sp>
        <p:nvSpPr>
          <p:cNvPr id="3" name="TextBox 2">
            <a:extLst>
              <a:ext uri="{FF2B5EF4-FFF2-40B4-BE49-F238E27FC236}">
                <a16:creationId xmlns:a16="http://schemas.microsoft.com/office/drawing/2014/main" id="{387B958B-EF8E-214B-9B02-2EE3EF507FDD}"/>
              </a:ext>
            </a:extLst>
          </p:cNvPr>
          <p:cNvSpPr txBox="1"/>
          <p:nvPr userDrawn="1"/>
        </p:nvSpPr>
        <p:spPr>
          <a:xfrm>
            <a:off x="-1" y="6638779"/>
            <a:ext cx="9144000" cy="230832"/>
          </a:xfrm>
          <a:prstGeom prst="rect">
            <a:avLst/>
          </a:prstGeom>
          <a:noFill/>
        </p:spPr>
        <p:txBody>
          <a:bodyPr wrap="square" rtlCol="0">
            <a:spAutoFit/>
          </a:bodyPr>
          <a:lstStyle/>
          <a:p>
            <a:r>
              <a:rPr lang="en-US" sz="900" b="1">
                <a:solidFill>
                  <a:schemeClr val="bg1"/>
                </a:solidFill>
                <a:latin typeface="Arial Black" charset="0"/>
                <a:cs typeface="Arial Black" charset="0"/>
              </a:rPr>
              <a:t>IMF </a:t>
            </a:r>
            <a:r>
              <a:rPr lang="en-US" sz="900" b="0">
                <a:solidFill>
                  <a:schemeClr val="bg1"/>
                </a:solidFill>
                <a:latin typeface="+mn-lt"/>
                <a:cs typeface="Arial Black" charset="0"/>
              </a:rPr>
              <a:t>| Fiscal Affairs</a:t>
            </a:r>
            <a:endParaRPr lang="en-US" sz="900" b="0">
              <a:solidFill>
                <a:schemeClr val="bg1"/>
              </a:solidFill>
              <a:latin typeface="+mn-lt"/>
            </a:endParaRPr>
          </a:p>
        </p:txBody>
      </p:sp>
      <p:sp>
        <p:nvSpPr>
          <p:cNvPr id="4" name="TextBox 3">
            <a:extLst>
              <a:ext uri="{FF2B5EF4-FFF2-40B4-BE49-F238E27FC236}">
                <a16:creationId xmlns:a16="http://schemas.microsoft.com/office/drawing/2014/main" id="{D498BA64-B15C-8146-85CE-EE4EA1ADA406}"/>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42653403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Divider (Green)">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9CCFC-0C7C-7E42-AAEE-3FB70C592937}"/>
              </a:ext>
            </a:extLst>
          </p:cNvPr>
          <p:cNvSpPr>
            <a:spLocks noGrp="1"/>
          </p:cNvSpPr>
          <p:nvPr>
            <p:ph type="title" hasCustomPrompt="1"/>
          </p:nvPr>
        </p:nvSpPr>
        <p:spPr>
          <a:xfrm>
            <a:off x="1295400" y="1371600"/>
            <a:ext cx="9601200" cy="4114800"/>
          </a:xfrm>
        </p:spPr>
        <p:txBody>
          <a:bodyPr anchor="ctr"/>
          <a:lstStyle>
            <a:lvl1pPr algn="ctr">
              <a:defRPr>
                <a:solidFill>
                  <a:schemeClr val="bg1"/>
                </a:solidFill>
              </a:defRPr>
            </a:lvl1pPr>
          </a:lstStyle>
          <a:p>
            <a:r>
              <a:rPr lang="en-US"/>
              <a:t>Title for Divider (Green)</a:t>
            </a:r>
          </a:p>
        </p:txBody>
      </p:sp>
      <p:sp>
        <p:nvSpPr>
          <p:cNvPr id="3" name="TextBox 2">
            <a:extLst>
              <a:ext uri="{FF2B5EF4-FFF2-40B4-BE49-F238E27FC236}">
                <a16:creationId xmlns:a16="http://schemas.microsoft.com/office/drawing/2014/main" id="{387B958B-EF8E-214B-9B02-2EE3EF507FDD}"/>
              </a:ext>
            </a:extLst>
          </p:cNvPr>
          <p:cNvSpPr txBox="1"/>
          <p:nvPr userDrawn="1"/>
        </p:nvSpPr>
        <p:spPr>
          <a:xfrm>
            <a:off x="-1" y="6638779"/>
            <a:ext cx="9144000" cy="230832"/>
          </a:xfrm>
          <a:prstGeom prst="rect">
            <a:avLst/>
          </a:prstGeom>
          <a:noFill/>
        </p:spPr>
        <p:txBody>
          <a:bodyPr wrap="square" rtlCol="0">
            <a:spAutoFit/>
          </a:bodyPr>
          <a:lstStyle/>
          <a:p>
            <a:r>
              <a:rPr lang="en-US" sz="900" b="1">
                <a:solidFill>
                  <a:schemeClr val="bg1"/>
                </a:solidFill>
                <a:latin typeface="Arial Black" charset="0"/>
                <a:cs typeface="Arial Black" charset="0"/>
              </a:rPr>
              <a:t>IMF </a:t>
            </a:r>
            <a:r>
              <a:rPr lang="en-US" sz="900" b="0">
                <a:solidFill>
                  <a:schemeClr val="bg1"/>
                </a:solidFill>
                <a:latin typeface="+mn-lt"/>
                <a:cs typeface="Arial Black" charset="0"/>
              </a:rPr>
              <a:t>| Fiscal Affairs</a:t>
            </a:r>
            <a:endParaRPr lang="en-US" sz="900" b="0">
              <a:solidFill>
                <a:schemeClr val="bg1"/>
              </a:solidFill>
              <a:latin typeface="+mn-lt"/>
            </a:endParaRPr>
          </a:p>
        </p:txBody>
      </p:sp>
      <p:sp>
        <p:nvSpPr>
          <p:cNvPr id="4" name="TextBox 3">
            <a:extLst>
              <a:ext uri="{FF2B5EF4-FFF2-40B4-BE49-F238E27FC236}">
                <a16:creationId xmlns:a16="http://schemas.microsoft.com/office/drawing/2014/main" id="{D498BA64-B15C-8146-85CE-EE4EA1ADA406}"/>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223684172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Divider (Yellow)">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9CCFC-0C7C-7E42-AAEE-3FB70C592937}"/>
              </a:ext>
            </a:extLst>
          </p:cNvPr>
          <p:cNvSpPr>
            <a:spLocks noGrp="1"/>
          </p:cNvSpPr>
          <p:nvPr>
            <p:ph type="title" hasCustomPrompt="1"/>
          </p:nvPr>
        </p:nvSpPr>
        <p:spPr>
          <a:xfrm>
            <a:off x="1295400" y="1371600"/>
            <a:ext cx="9601200" cy="4114800"/>
          </a:xfrm>
        </p:spPr>
        <p:txBody>
          <a:bodyPr anchor="ctr"/>
          <a:lstStyle>
            <a:lvl1pPr algn="ctr">
              <a:defRPr>
                <a:solidFill>
                  <a:schemeClr val="bg1"/>
                </a:solidFill>
              </a:defRPr>
            </a:lvl1pPr>
          </a:lstStyle>
          <a:p>
            <a:r>
              <a:rPr lang="en-US"/>
              <a:t>Title for Divider (Yellow)</a:t>
            </a:r>
          </a:p>
        </p:txBody>
      </p:sp>
      <p:sp>
        <p:nvSpPr>
          <p:cNvPr id="3" name="TextBox 2">
            <a:extLst>
              <a:ext uri="{FF2B5EF4-FFF2-40B4-BE49-F238E27FC236}">
                <a16:creationId xmlns:a16="http://schemas.microsoft.com/office/drawing/2014/main" id="{387B958B-EF8E-214B-9B02-2EE3EF507FDD}"/>
              </a:ext>
            </a:extLst>
          </p:cNvPr>
          <p:cNvSpPr txBox="1"/>
          <p:nvPr userDrawn="1"/>
        </p:nvSpPr>
        <p:spPr>
          <a:xfrm>
            <a:off x="-1" y="6638779"/>
            <a:ext cx="9144000" cy="230832"/>
          </a:xfrm>
          <a:prstGeom prst="rect">
            <a:avLst/>
          </a:prstGeom>
          <a:noFill/>
        </p:spPr>
        <p:txBody>
          <a:bodyPr wrap="square" rtlCol="0">
            <a:spAutoFit/>
          </a:bodyPr>
          <a:lstStyle/>
          <a:p>
            <a:r>
              <a:rPr lang="en-US" sz="900" b="1">
                <a:solidFill>
                  <a:schemeClr val="bg1"/>
                </a:solidFill>
                <a:latin typeface="Arial Black" charset="0"/>
                <a:cs typeface="Arial Black" charset="0"/>
              </a:rPr>
              <a:t>IMF </a:t>
            </a:r>
            <a:r>
              <a:rPr lang="en-US" sz="900" b="0">
                <a:solidFill>
                  <a:schemeClr val="bg1"/>
                </a:solidFill>
                <a:latin typeface="+mn-lt"/>
                <a:cs typeface="Arial Black" charset="0"/>
              </a:rPr>
              <a:t>| Fiscal Affairs</a:t>
            </a:r>
            <a:endParaRPr lang="en-US" sz="900" b="0">
              <a:solidFill>
                <a:schemeClr val="bg1"/>
              </a:solidFill>
              <a:latin typeface="+mn-lt"/>
            </a:endParaRPr>
          </a:p>
        </p:txBody>
      </p:sp>
      <p:sp>
        <p:nvSpPr>
          <p:cNvPr id="4" name="TextBox 3">
            <a:extLst>
              <a:ext uri="{FF2B5EF4-FFF2-40B4-BE49-F238E27FC236}">
                <a16:creationId xmlns:a16="http://schemas.microsoft.com/office/drawing/2014/main" id="{D498BA64-B15C-8146-85CE-EE4EA1ADA406}"/>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2533605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Divider Agenda">
    <p:bg>
      <p:bgPr>
        <a:solidFill>
          <a:schemeClr val="accent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6DC936A-9C43-D84B-9C24-0185515D689C}"/>
              </a:ext>
            </a:extLst>
          </p:cNvPr>
          <p:cNvSpPr/>
          <p:nvPr userDrawn="1"/>
        </p:nvSpPr>
        <p:spPr>
          <a:xfrm>
            <a:off x="-1" y="6638778"/>
            <a:ext cx="12192001" cy="21922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3" name="TextBox 2">
            <a:extLst>
              <a:ext uri="{FF2B5EF4-FFF2-40B4-BE49-F238E27FC236}">
                <a16:creationId xmlns:a16="http://schemas.microsoft.com/office/drawing/2014/main" id="{387B958B-EF8E-214B-9B02-2EE3EF507FDD}"/>
              </a:ext>
            </a:extLst>
          </p:cNvPr>
          <p:cNvSpPr txBox="1"/>
          <p:nvPr userDrawn="1"/>
        </p:nvSpPr>
        <p:spPr>
          <a:xfrm>
            <a:off x="-1" y="6638779"/>
            <a:ext cx="9144000" cy="230832"/>
          </a:xfrm>
          <a:prstGeom prst="rect">
            <a:avLst/>
          </a:prstGeom>
          <a:noFill/>
        </p:spPr>
        <p:txBody>
          <a:bodyPr wrap="square" rtlCol="0">
            <a:spAutoFit/>
          </a:bodyPr>
          <a:lstStyle/>
          <a:p>
            <a:r>
              <a:rPr lang="en-US" sz="900" b="1">
                <a:solidFill>
                  <a:schemeClr val="bg1"/>
                </a:solidFill>
                <a:latin typeface="Arial Black" charset="0"/>
                <a:cs typeface="Arial Black" charset="0"/>
              </a:rPr>
              <a:t>IMF </a:t>
            </a:r>
            <a:r>
              <a:rPr lang="en-US" sz="900" b="0">
                <a:solidFill>
                  <a:schemeClr val="bg1"/>
                </a:solidFill>
                <a:latin typeface="+mn-lt"/>
                <a:cs typeface="Arial Black" charset="0"/>
              </a:rPr>
              <a:t>| Fiscal Affairs</a:t>
            </a:r>
            <a:endParaRPr lang="en-US" sz="900" b="0">
              <a:solidFill>
                <a:schemeClr val="bg1"/>
              </a:solidFill>
              <a:latin typeface="+mn-lt"/>
            </a:endParaRPr>
          </a:p>
        </p:txBody>
      </p:sp>
      <p:sp>
        <p:nvSpPr>
          <p:cNvPr id="4" name="TextBox 3">
            <a:extLst>
              <a:ext uri="{FF2B5EF4-FFF2-40B4-BE49-F238E27FC236}">
                <a16:creationId xmlns:a16="http://schemas.microsoft.com/office/drawing/2014/main" id="{D498BA64-B15C-8146-85CE-EE4EA1ADA406}"/>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
        <p:nvSpPr>
          <p:cNvPr id="10" name="Content Placeholder 9">
            <a:extLst>
              <a:ext uri="{FF2B5EF4-FFF2-40B4-BE49-F238E27FC236}">
                <a16:creationId xmlns:a16="http://schemas.microsoft.com/office/drawing/2014/main" id="{07CE3741-921D-834E-8354-54991BEB2BDD}"/>
              </a:ext>
            </a:extLst>
          </p:cNvPr>
          <p:cNvSpPr>
            <a:spLocks noGrp="1"/>
          </p:cNvSpPr>
          <p:nvPr>
            <p:ph sz="quarter" idx="11" hasCustomPrompt="1"/>
          </p:nvPr>
        </p:nvSpPr>
        <p:spPr>
          <a:xfrm>
            <a:off x="1235964" y="683639"/>
            <a:ext cx="9372600" cy="5486400"/>
          </a:xfrm>
        </p:spPr>
        <p:txBody>
          <a:bodyPr tIns="0" bIns="365760" anchor="ctr" anchorCtr="0"/>
          <a:lstStyle>
            <a:lvl1pPr>
              <a:spcBef>
                <a:spcPts val="0"/>
              </a:spcBef>
              <a:spcAft>
                <a:spcPts val="2400"/>
              </a:spcAft>
              <a:buClrTx/>
              <a:defRPr sz="3400" b="0" i="0">
                <a:solidFill>
                  <a:schemeClr val="bg1"/>
                </a:solidFill>
                <a:latin typeface="Arial Black" panose="020B0604020202020204" pitchFamily="34" charset="0"/>
                <a:cs typeface="Arial Black" panose="020B0604020202020204" pitchFamily="34" charset="0"/>
              </a:defRPr>
            </a:lvl1pPr>
            <a:lvl2pPr marL="342900" indent="-342900">
              <a:spcBef>
                <a:spcPts val="900"/>
              </a:spcBef>
              <a:spcAft>
                <a:spcPts val="0"/>
              </a:spcAft>
              <a:buClrTx/>
              <a:tabLst/>
              <a:defRPr sz="3200" b="0">
                <a:solidFill>
                  <a:schemeClr val="bg1"/>
                </a:solidFill>
              </a:defRPr>
            </a:lvl2pPr>
            <a:lvl3pPr marL="342900" indent="-342900">
              <a:spcBef>
                <a:spcPts val="900"/>
              </a:spcBef>
              <a:spcAft>
                <a:spcPts val="0"/>
              </a:spcAft>
              <a:buClrTx/>
              <a:buSzPct val="100000"/>
              <a:buFont typeface="Wingdings" pitchFamily="2" charset="2"/>
              <a:buChar char="§"/>
              <a:tabLst/>
              <a:defRPr sz="3200" b="1">
                <a:solidFill>
                  <a:schemeClr val="accent2">
                    <a:lumMod val="60000"/>
                    <a:lumOff val="40000"/>
                  </a:schemeClr>
                </a:solidFill>
              </a:defRPr>
            </a:lvl3pPr>
            <a:lvl4pPr marL="514350" indent="-171450">
              <a:spcBef>
                <a:spcPts val="0"/>
              </a:spcBef>
              <a:spcAft>
                <a:spcPts val="300"/>
              </a:spcAft>
              <a:buClrTx/>
              <a:buFont typeface="Arial" panose="020B0604020202020204" pitchFamily="34" charset="0"/>
              <a:buChar char="•"/>
              <a:tabLst/>
              <a:defRPr sz="2100" b="0">
                <a:solidFill>
                  <a:schemeClr val="bg1"/>
                </a:solidFill>
              </a:defRPr>
            </a:lvl4pPr>
            <a:lvl5pPr marL="514350" indent="-171450">
              <a:spcBef>
                <a:spcPts val="0"/>
              </a:spcBef>
              <a:spcAft>
                <a:spcPts val="300"/>
              </a:spcAft>
              <a:buClrTx/>
              <a:buFont typeface="Arial" panose="020B0604020202020204" pitchFamily="34" charset="0"/>
              <a:buChar char="•"/>
              <a:tabLst/>
              <a:defRPr sz="2100" b="1">
                <a:solidFill>
                  <a:schemeClr val="accent2">
                    <a:lumMod val="60000"/>
                    <a:lumOff val="40000"/>
                  </a:schemeClr>
                </a:solidFill>
              </a:defRPr>
            </a:lvl5pPr>
          </a:lstStyle>
          <a:p>
            <a:pPr lvl="0"/>
            <a:r>
              <a:rPr lang="en-US"/>
              <a:t>Title for Divider–Agenda</a:t>
            </a:r>
          </a:p>
          <a:p>
            <a:pPr lvl="1"/>
            <a:r>
              <a:rPr lang="en-US"/>
              <a:t>Agenda Item—Inactive</a:t>
            </a:r>
          </a:p>
          <a:p>
            <a:pPr lvl="2"/>
            <a:r>
              <a:rPr lang="en-US"/>
              <a:t>Agenda Item—Active</a:t>
            </a:r>
          </a:p>
          <a:p>
            <a:pPr lvl="3"/>
            <a:r>
              <a:rPr lang="en-US"/>
              <a:t>Second level</a:t>
            </a:r>
          </a:p>
          <a:p>
            <a:pPr lvl="4"/>
            <a:r>
              <a:rPr lang="en-US"/>
              <a:t>Third level</a:t>
            </a:r>
          </a:p>
        </p:txBody>
      </p:sp>
    </p:spTree>
    <p:extLst>
      <p:ext uri="{BB962C8B-B14F-4D97-AF65-F5344CB8AC3E}">
        <p14:creationId xmlns:p14="http://schemas.microsoft.com/office/powerpoint/2010/main" val="150983305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3998">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ank (W)">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1903082"/>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ingle-Column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Slide Title for Single-Column (W)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9715500" cy="4860591"/>
          </a:xfrm>
        </p:spPr>
        <p:txBody>
          <a:bodyPr/>
          <a:lstStyle>
            <a:lvl1pPr>
              <a:spcBef>
                <a:spcPts val="2400"/>
              </a:spcBef>
              <a:defRPr>
                <a:solidFill>
                  <a:schemeClr val="tx1"/>
                </a:solidFill>
              </a:defRPr>
            </a:lvl1pPr>
            <a:lvl2pPr>
              <a:defRPr/>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lvl3pPr>
            <a:lvl4pPr>
              <a:defRPr/>
            </a:lvl4pPr>
            <a:lvl5pPr>
              <a:defRPr/>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Tree>
    <p:extLst>
      <p:ext uri="{BB962C8B-B14F-4D97-AF65-F5344CB8AC3E}">
        <p14:creationId xmlns:p14="http://schemas.microsoft.com/office/powerpoint/2010/main" val="1666880623"/>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Column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Slide Title for Two-Column (W)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4572000" cy="4860591"/>
          </a:xfrm>
        </p:spPr>
        <p:txBody>
          <a:bodyPr>
            <a:normAutofit/>
          </a:bodyPr>
          <a:lstStyle>
            <a:lvl1pPr>
              <a:spcBef>
                <a:spcPts val="2400"/>
              </a:spcBef>
              <a:defRPr sz="1800">
                <a:solidFill>
                  <a:schemeClr val="tx1"/>
                </a:solidFill>
              </a:defRPr>
            </a:lvl1pPr>
            <a:lvl2pPr>
              <a:defRPr sz="1800"/>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sz="1800"/>
            </a:lvl3pPr>
            <a:lvl4pPr>
              <a:defRPr sz="1800"/>
            </a:lvl4pPr>
            <a:lvl5pPr>
              <a:defRPr sz="1800"/>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6" name="Text Placeholder 2">
            <a:extLst>
              <a:ext uri="{FF2B5EF4-FFF2-40B4-BE49-F238E27FC236}">
                <a16:creationId xmlns:a16="http://schemas.microsoft.com/office/drawing/2014/main" id="{0BF7038D-D496-7248-87EC-9540380F1D12}"/>
              </a:ext>
            </a:extLst>
          </p:cNvPr>
          <p:cNvSpPr>
            <a:spLocks noGrp="1"/>
          </p:cNvSpPr>
          <p:nvPr>
            <p:ph type="body" sz="quarter" idx="13" hasCustomPrompt="1"/>
          </p:nvPr>
        </p:nvSpPr>
        <p:spPr>
          <a:xfrm>
            <a:off x="6383338" y="1469871"/>
            <a:ext cx="4572000" cy="4860591"/>
          </a:xfrm>
        </p:spPr>
        <p:txBody>
          <a:bodyPr>
            <a:normAutofit/>
          </a:bodyPr>
          <a:lstStyle>
            <a:lvl1pPr>
              <a:spcBef>
                <a:spcPts val="2400"/>
              </a:spcBef>
              <a:defRPr sz="1800">
                <a:solidFill>
                  <a:schemeClr val="tx1"/>
                </a:solidFill>
              </a:defRPr>
            </a:lvl1pPr>
            <a:lvl2pPr>
              <a:defRPr sz="1800"/>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sz="1800"/>
            </a:lvl3pPr>
            <a:lvl4pPr>
              <a:defRPr sz="1800"/>
            </a:lvl4pPr>
            <a:lvl5pPr>
              <a:defRPr sz="1800"/>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Tree>
    <p:extLst>
      <p:ext uri="{BB962C8B-B14F-4D97-AF65-F5344CB8AC3E}">
        <p14:creationId xmlns:p14="http://schemas.microsoft.com/office/powerpoint/2010/main" val="9810626"/>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hoto+Text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Title for </a:t>
            </a:r>
            <a:r>
              <a:rPr lang="en-US" err="1"/>
              <a:t>Photo+Text</a:t>
            </a:r>
            <a:r>
              <a:rPr lang="en-US"/>
              <a:t> (W) Layout</a:t>
            </a:r>
          </a:p>
        </p:txBody>
      </p:sp>
      <p:sp>
        <p:nvSpPr>
          <p:cNvPr id="4" name="Text Placeholder 2">
            <a:extLst>
              <a:ext uri="{FF2B5EF4-FFF2-40B4-BE49-F238E27FC236}">
                <a16:creationId xmlns:a16="http://schemas.microsoft.com/office/drawing/2014/main" id="{8673A610-5F4D-8049-8881-F136A3242FF6}"/>
              </a:ext>
            </a:extLst>
          </p:cNvPr>
          <p:cNvSpPr>
            <a:spLocks noGrp="1"/>
          </p:cNvSpPr>
          <p:nvPr>
            <p:ph type="body" sz="quarter" idx="11" hasCustomPrompt="1"/>
          </p:nvPr>
        </p:nvSpPr>
        <p:spPr>
          <a:xfrm>
            <a:off x="6383338" y="1469871"/>
            <a:ext cx="4572000" cy="4860591"/>
          </a:xfrm>
        </p:spPr>
        <p:txBody>
          <a:bodyPr>
            <a:normAutofit/>
          </a:bodyPr>
          <a:lstStyle>
            <a:lvl1pPr>
              <a:spcBef>
                <a:spcPts val="2000"/>
              </a:spcBef>
              <a:defRPr sz="1800">
                <a:solidFill>
                  <a:schemeClr val="tx1"/>
                </a:solidFill>
              </a:defRPr>
            </a:lvl1pPr>
            <a:lvl2pPr>
              <a:defRPr sz="1800"/>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sz="1800"/>
            </a:lvl3pPr>
            <a:lvl4pPr>
              <a:defRPr sz="1800"/>
            </a:lvl4pPr>
            <a:lvl5pPr marL="917575" marR="0" indent="-225425" algn="l" defTabSz="914314" rtl="0" eaLnBrk="1" fontAlgn="auto" latinLnBrk="0" hangingPunct="1">
              <a:lnSpc>
                <a:spcPct val="100000"/>
              </a:lnSpc>
              <a:spcBef>
                <a:spcPts val="600"/>
              </a:spcBef>
              <a:spcAft>
                <a:spcPts val="0"/>
              </a:spcAft>
              <a:buClr>
                <a:schemeClr val="bg1">
                  <a:lumMod val="50000"/>
                </a:schemeClr>
              </a:buClr>
              <a:buSzTx/>
              <a:buFont typeface=".HelveticaNeueDeskInterface-Regular"/>
              <a:buChar char="●"/>
              <a:tabLst/>
              <a:defRPr sz="1800"/>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marL="917575" marR="0" lvl="4" indent="-225425" algn="l" defTabSz="914314" rtl="0" eaLnBrk="1" fontAlgn="auto" latinLnBrk="0" hangingPunct="1">
              <a:lnSpc>
                <a:spcPct val="100000"/>
              </a:lnSpc>
              <a:spcBef>
                <a:spcPts val="600"/>
              </a:spcBef>
              <a:spcAft>
                <a:spcPts val="0"/>
              </a:spcAft>
              <a:buClr>
                <a:schemeClr val="bg1">
                  <a:lumMod val="50000"/>
                </a:schemeClr>
              </a:buClr>
              <a:buSzTx/>
              <a:buFont typeface=".HelveticaNeueDeskInterface-Regular"/>
              <a:buChar char="●"/>
              <a:tabLst/>
              <a:defRPr/>
            </a:pPr>
            <a:r>
              <a:rPr lang="en-US"/>
              <a:t>Quadruple-click the “Indent More” button (above) for fourth-level bullets</a:t>
            </a:r>
          </a:p>
        </p:txBody>
      </p:sp>
      <p:sp>
        <p:nvSpPr>
          <p:cNvPr id="6" name="Picture Placeholder 4">
            <a:extLst>
              <a:ext uri="{FF2B5EF4-FFF2-40B4-BE49-F238E27FC236}">
                <a16:creationId xmlns:a16="http://schemas.microsoft.com/office/drawing/2014/main" id="{68106178-1013-D249-8751-3EA29B2109C8}"/>
              </a:ext>
            </a:extLst>
          </p:cNvPr>
          <p:cNvSpPr>
            <a:spLocks noGrp="1"/>
          </p:cNvSpPr>
          <p:nvPr>
            <p:ph type="pic" sz="quarter" idx="12" hasCustomPrompt="1"/>
          </p:nvPr>
        </p:nvSpPr>
        <p:spPr>
          <a:xfrm>
            <a:off x="1239838" y="1669499"/>
            <a:ext cx="4856162" cy="4480560"/>
          </a:xfrm>
          <a:solidFill>
            <a:schemeClr val="bg1">
              <a:lumMod val="90000"/>
            </a:schemeClr>
          </a:solidFill>
        </p:spPr>
        <p:txBody>
          <a:bodyPr lIns="365760" tIns="365760" rIns="365760" bIns="1828800" anchor="b">
            <a:normAutofit/>
          </a:bodyPr>
          <a:lstStyle>
            <a:lvl1pPr marL="0" indent="0" algn="ctr">
              <a:buNone/>
              <a:defRPr sz="1600" i="1">
                <a:solidFill>
                  <a:schemeClr val="bg1">
                    <a:lumMod val="75000"/>
                  </a:schemeClr>
                </a:solidFill>
              </a:defRPr>
            </a:lvl1pPr>
          </a:lstStyle>
          <a:p>
            <a:r>
              <a:rPr lang="en-US"/>
              <a:t>Click icon to insert a photo.</a:t>
            </a:r>
          </a:p>
        </p:txBody>
      </p:sp>
      <p:sp>
        <p:nvSpPr>
          <p:cNvPr id="7" name="Text Placeholder 4">
            <a:extLst>
              <a:ext uri="{FF2B5EF4-FFF2-40B4-BE49-F238E27FC236}">
                <a16:creationId xmlns:a16="http://schemas.microsoft.com/office/drawing/2014/main" id="{CDAF09BB-AD0B-2041-83F2-50D0A4E8600C}"/>
              </a:ext>
            </a:extLst>
          </p:cNvPr>
          <p:cNvSpPr>
            <a:spLocks noGrp="1"/>
          </p:cNvSpPr>
          <p:nvPr>
            <p:ph type="body" sz="quarter" idx="13" hasCustomPrompt="1"/>
          </p:nvPr>
        </p:nvSpPr>
        <p:spPr>
          <a:xfrm>
            <a:off x="1239839" y="5889219"/>
            <a:ext cx="4856162" cy="260840"/>
          </a:xfrm>
        </p:spPr>
        <p:txBody>
          <a:bodyPr lIns="45720" tIns="45720" rIns="45720" bIns="45720" anchor="b">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3822051327"/>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Photo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340806" y="491385"/>
            <a:ext cx="3670259" cy="978486"/>
          </a:xfrm>
          <a:prstGeom prst="rect">
            <a:avLst/>
          </a:prstGeom>
        </p:spPr>
        <p:txBody>
          <a:bodyPr vert="horz" lIns="0" tIns="0" rIns="0" bIns="0" rtlCol="0" anchor="ctr">
            <a:normAutofit/>
          </a:bodyPr>
          <a:lstStyle>
            <a:lvl1pPr algn="l">
              <a:defRPr lang="en-US" sz="2400" dirty="0">
                <a:solidFill>
                  <a:schemeClr val="tx2"/>
                </a:solidFill>
                <a:latin typeface="Arial Black" charset="0"/>
                <a:ea typeface="Arial Black" charset="0"/>
                <a:cs typeface="Arial Black" charset="0"/>
              </a:defRPr>
            </a:lvl1pPr>
          </a:lstStyle>
          <a:p>
            <a:pPr marL="0" lvl="0"/>
            <a:r>
              <a:rPr lang="en-US"/>
              <a:t>Title for </a:t>
            </a:r>
            <a:r>
              <a:rPr lang="en-US" err="1"/>
              <a:t>Text+Photo</a:t>
            </a:r>
            <a:r>
              <a:rPr lang="en-US"/>
              <a:t> (W)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340806" y="1469871"/>
            <a:ext cx="3670259" cy="4860591"/>
          </a:xfrm>
        </p:spPr>
        <p:txBody>
          <a:bodyPr>
            <a:normAutofit/>
          </a:bodyPr>
          <a:lstStyle>
            <a:lvl1pPr>
              <a:spcBef>
                <a:spcPts val="2000"/>
              </a:spcBef>
              <a:defRPr sz="1800">
                <a:solidFill>
                  <a:schemeClr val="tx1"/>
                </a:solidFill>
              </a:defRPr>
            </a:lvl1pPr>
            <a:lvl2pPr>
              <a:defRPr sz="1800"/>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sz="1800"/>
            </a:lvl3pPr>
            <a:lvl4pPr>
              <a:defRPr sz="1800"/>
            </a:lvl4pPr>
            <a:lvl5pPr>
              <a:defRPr sz="1800"/>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6" name="Picture Placeholder 2">
            <a:extLst>
              <a:ext uri="{FF2B5EF4-FFF2-40B4-BE49-F238E27FC236}">
                <a16:creationId xmlns:a16="http://schemas.microsoft.com/office/drawing/2014/main" id="{47569D7D-6010-454B-A86B-B6C69D7E2E6B}"/>
              </a:ext>
            </a:extLst>
          </p:cNvPr>
          <p:cNvSpPr>
            <a:spLocks noGrp="1"/>
          </p:cNvSpPr>
          <p:nvPr>
            <p:ph type="pic" sz="quarter" idx="11" hasCustomPrompt="1"/>
          </p:nvPr>
        </p:nvSpPr>
        <p:spPr>
          <a:xfrm>
            <a:off x="4191000" y="-1"/>
            <a:ext cx="8001000" cy="6629400"/>
          </a:xfrm>
          <a:solidFill>
            <a:schemeClr val="bg1">
              <a:lumMod val="90000"/>
            </a:schemeClr>
          </a:solidFill>
        </p:spPr>
        <p:txBody>
          <a:bodyPr tIns="0" bIns="2743200" anchor="b"/>
          <a:lstStyle>
            <a:lvl1pPr algn="ctr">
              <a:defRPr i="1">
                <a:solidFill>
                  <a:schemeClr val="bg1">
                    <a:lumMod val="75000"/>
                  </a:schemeClr>
                </a:solidFill>
              </a:defRPr>
            </a:lvl1pPr>
          </a:lstStyle>
          <a:p>
            <a:r>
              <a:rPr lang="en-US"/>
              <a:t>Click icon to insert a photo.</a:t>
            </a:r>
          </a:p>
        </p:txBody>
      </p:sp>
      <p:sp>
        <p:nvSpPr>
          <p:cNvPr id="7" name="Text Placeholder 4">
            <a:extLst>
              <a:ext uri="{FF2B5EF4-FFF2-40B4-BE49-F238E27FC236}">
                <a16:creationId xmlns:a16="http://schemas.microsoft.com/office/drawing/2014/main" id="{FD26CCD3-E500-1F49-8DD8-1545E2CBF0B3}"/>
              </a:ext>
            </a:extLst>
          </p:cNvPr>
          <p:cNvSpPr>
            <a:spLocks noGrp="1"/>
          </p:cNvSpPr>
          <p:nvPr>
            <p:ph type="body" sz="quarter" idx="12" hasCustomPrompt="1"/>
          </p:nvPr>
        </p:nvSpPr>
        <p:spPr>
          <a:xfrm rot="5400000">
            <a:off x="8746884" y="3184281"/>
            <a:ext cx="6629396" cy="260840"/>
          </a:xfrm>
        </p:spPr>
        <p:txBody>
          <a:bodyPr lIns="91440" tIns="45720" rIns="91440" bIns="45720">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445294682"/>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hoto+Photo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Title for </a:t>
            </a:r>
            <a:r>
              <a:rPr lang="en-US" err="1"/>
              <a:t>Photo+Photo</a:t>
            </a:r>
            <a:r>
              <a:rPr lang="en-US"/>
              <a:t> (W) Layout</a:t>
            </a:r>
          </a:p>
        </p:txBody>
      </p:sp>
      <p:sp>
        <p:nvSpPr>
          <p:cNvPr id="6" name="Picture Placeholder 4">
            <a:extLst>
              <a:ext uri="{FF2B5EF4-FFF2-40B4-BE49-F238E27FC236}">
                <a16:creationId xmlns:a16="http://schemas.microsoft.com/office/drawing/2014/main" id="{68106178-1013-D249-8751-3EA29B2109C8}"/>
              </a:ext>
            </a:extLst>
          </p:cNvPr>
          <p:cNvSpPr>
            <a:spLocks noGrp="1"/>
          </p:cNvSpPr>
          <p:nvPr>
            <p:ph type="pic" sz="quarter" idx="12" hasCustomPrompt="1"/>
          </p:nvPr>
        </p:nvSpPr>
        <p:spPr>
          <a:xfrm>
            <a:off x="0" y="1469871"/>
            <a:ext cx="6096000" cy="4251960"/>
          </a:xfrm>
          <a:solidFill>
            <a:schemeClr val="bg1">
              <a:lumMod val="90000"/>
            </a:schemeClr>
          </a:solidFill>
        </p:spPr>
        <p:txBody>
          <a:bodyPr lIns="365760" tIns="365760" rIns="365760" bIns="1828800" anchor="b">
            <a:normAutofit/>
          </a:bodyPr>
          <a:lstStyle>
            <a:lvl1pPr marL="0" indent="0" algn="ctr">
              <a:buNone/>
              <a:defRPr sz="1600" i="1">
                <a:solidFill>
                  <a:schemeClr val="bg1">
                    <a:lumMod val="75000"/>
                  </a:schemeClr>
                </a:solidFill>
              </a:defRPr>
            </a:lvl1pPr>
          </a:lstStyle>
          <a:p>
            <a:r>
              <a:rPr lang="en-US"/>
              <a:t>Click icon to insert a photo.</a:t>
            </a:r>
          </a:p>
        </p:txBody>
      </p:sp>
      <p:sp>
        <p:nvSpPr>
          <p:cNvPr id="7" name="Text Placeholder 4">
            <a:extLst>
              <a:ext uri="{FF2B5EF4-FFF2-40B4-BE49-F238E27FC236}">
                <a16:creationId xmlns:a16="http://schemas.microsoft.com/office/drawing/2014/main" id="{CDAF09BB-AD0B-2041-83F2-50D0A4E8600C}"/>
              </a:ext>
            </a:extLst>
          </p:cNvPr>
          <p:cNvSpPr>
            <a:spLocks noGrp="1"/>
          </p:cNvSpPr>
          <p:nvPr>
            <p:ph type="body" sz="quarter" idx="13" hasCustomPrompt="1"/>
          </p:nvPr>
        </p:nvSpPr>
        <p:spPr>
          <a:xfrm>
            <a:off x="1" y="5460991"/>
            <a:ext cx="6096000" cy="260840"/>
          </a:xfrm>
        </p:spPr>
        <p:txBody>
          <a:bodyPr lIns="45720" tIns="45720" rIns="45720" bIns="45720" anchor="b">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
        <p:nvSpPr>
          <p:cNvPr id="8" name="Picture Placeholder 4">
            <a:extLst>
              <a:ext uri="{FF2B5EF4-FFF2-40B4-BE49-F238E27FC236}">
                <a16:creationId xmlns:a16="http://schemas.microsoft.com/office/drawing/2014/main" id="{57E259A3-746A-2044-822B-3F7D859E7F10}"/>
              </a:ext>
            </a:extLst>
          </p:cNvPr>
          <p:cNvSpPr>
            <a:spLocks noGrp="1"/>
          </p:cNvSpPr>
          <p:nvPr>
            <p:ph type="pic" sz="quarter" idx="14" hasCustomPrompt="1"/>
          </p:nvPr>
        </p:nvSpPr>
        <p:spPr>
          <a:xfrm>
            <a:off x="6093439" y="1469871"/>
            <a:ext cx="6096000" cy="4251960"/>
          </a:xfrm>
          <a:solidFill>
            <a:schemeClr val="bg1">
              <a:lumMod val="90000"/>
            </a:schemeClr>
          </a:solidFill>
        </p:spPr>
        <p:txBody>
          <a:bodyPr lIns="365760" tIns="365760" rIns="365760" bIns="1828800" anchor="b">
            <a:normAutofit/>
          </a:bodyPr>
          <a:lstStyle>
            <a:lvl1pPr marL="0" indent="0" algn="ctr">
              <a:buNone/>
              <a:defRPr sz="1600" i="1">
                <a:solidFill>
                  <a:schemeClr val="bg1">
                    <a:lumMod val="75000"/>
                  </a:schemeClr>
                </a:solidFill>
              </a:defRPr>
            </a:lvl1pPr>
          </a:lstStyle>
          <a:p>
            <a:r>
              <a:rPr lang="en-US"/>
              <a:t>Click icon to insert a photo.</a:t>
            </a:r>
          </a:p>
        </p:txBody>
      </p:sp>
      <p:sp>
        <p:nvSpPr>
          <p:cNvPr id="9" name="Text Placeholder 4">
            <a:extLst>
              <a:ext uri="{FF2B5EF4-FFF2-40B4-BE49-F238E27FC236}">
                <a16:creationId xmlns:a16="http://schemas.microsoft.com/office/drawing/2014/main" id="{E3F54B41-918E-644B-B610-DDE8277FB261}"/>
              </a:ext>
            </a:extLst>
          </p:cNvPr>
          <p:cNvSpPr>
            <a:spLocks noGrp="1"/>
          </p:cNvSpPr>
          <p:nvPr>
            <p:ph type="body" sz="quarter" idx="15" hasCustomPrompt="1"/>
          </p:nvPr>
        </p:nvSpPr>
        <p:spPr>
          <a:xfrm>
            <a:off x="6093440" y="5460991"/>
            <a:ext cx="6096000" cy="260840"/>
          </a:xfrm>
        </p:spPr>
        <p:txBody>
          <a:bodyPr lIns="45720" tIns="45720" rIns="45720" bIns="45720" anchor="b">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1513827202"/>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Large Photo+Title (W)">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24F27426-24A7-3845-8E05-8360D202A2F3}"/>
              </a:ext>
            </a:extLst>
          </p:cNvPr>
          <p:cNvSpPr>
            <a:spLocks noGrp="1"/>
          </p:cNvSpPr>
          <p:nvPr>
            <p:ph type="title" hasCustomPrompt="1"/>
          </p:nvPr>
        </p:nvSpPr>
        <p:spPr>
          <a:xfrm>
            <a:off x="1" y="5349453"/>
            <a:ext cx="12192000" cy="1508547"/>
          </a:xfrm>
          <a:prstGeom prst="rect">
            <a:avLst/>
          </a:prstGeom>
        </p:spPr>
        <p:txBody>
          <a:bodyPr vert="horz" lIns="457200" tIns="182880" rIns="457200" bIns="182880" rtlCol="0" anchor="t" anchorCtr="0">
            <a:noAutofit/>
          </a:bodyPr>
          <a:lstStyle>
            <a:lvl1pPr algn="ctr">
              <a:defRPr lang="en-US" sz="2400" dirty="0">
                <a:solidFill>
                  <a:schemeClr val="tx2"/>
                </a:solidFill>
                <a:latin typeface="Arial Black" charset="0"/>
                <a:ea typeface="Arial Black" charset="0"/>
                <a:cs typeface="Arial Black" charset="0"/>
              </a:defRPr>
            </a:lvl1pPr>
          </a:lstStyle>
          <a:p>
            <a:pPr marL="0" lvl="0"/>
            <a:r>
              <a:rPr lang="en-US"/>
              <a:t>Title for Large Photo (W) Layout</a:t>
            </a:r>
          </a:p>
        </p:txBody>
      </p:sp>
      <p:sp>
        <p:nvSpPr>
          <p:cNvPr id="5" name="Picture Placeholder 2">
            <a:extLst>
              <a:ext uri="{FF2B5EF4-FFF2-40B4-BE49-F238E27FC236}">
                <a16:creationId xmlns:a16="http://schemas.microsoft.com/office/drawing/2014/main" id="{58B1EB05-4C3D-C643-8F71-7489EF7CE397}"/>
              </a:ext>
            </a:extLst>
          </p:cNvPr>
          <p:cNvSpPr>
            <a:spLocks noGrp="1"/>
          </p:cNvSpPr>
          <p:nvPr>
            <p:ph type="pic" sz="quarter" idx="10" hasCustomPrompt="1"/>
          </p:nvPr>
        </p:nvSpPr>
        <p:spPr>
          <a:xfrm>
            <a:off x="0" y="0"/>
            <a:ext cx="12192000" cy="5349875"/>
          </a:xfrm>
          <a:solidFill>
            <a:schemeClr val="bg1">
              <a:lumMod val="90000"/>
            </a:schemeClr>
          </a:solidFill>
        </p:spPr>
        <p:txBody>
          <a:bodyPr tIns="0" bIns="2057400" anchor="b"/>
          <a:lstStyle>
            <a:lvl1pPr algn="ctr">
              <a:defRPr i="1">
                <a:solidFill>
                  <a:schemeClr val="bg1">
                    <a:lumMod val="75000"/>
                  </a:schemeClr>
                </a:solidFill>
              </a:defRPr>
            </a:lvl1pPr>
          </a:lstStyle>
          <a:p>
            <a:r>
              <a:rPr lang="en-US"/>
              <a:t>Click icon to insert a photo.</a:t>
            </a:r>
          </a:p>
        </p:txBody>
      </p:sp>
      <p:sp>
        <p:nvSpPr>
          <p:cNvPr id="6" name="Text Placeholder 4">
            <a:extLst>
              <a:ext uri="{FF2B5EF4-FFF2-40B4-BE49-F238E27FC236}">
                <a16:creationId xmlns:a16="http://schemas.microsoft.com/office/drawing/2014/main" id="{EC91875E-B0A9-0447-9F79-6199D7261229}"/>
              </a:ext>
            </a:extLst>
          </p:cNvPr>
          <p:cNvSpPr>
            <a:spLocks noGrp="1"/>
          </p:cNvSpPr>
          <p:nvPr>
            <p:ph type="body" sz="quarter" idx="11" hasCustomPrompt="1"/>
          </p:nvPr>
        </p:nvSpPr>
        <p:spPr>
          <a:xfrm rot="5400000">
            <a:off x="9386856" y="2544308"/>
            <a:ext cx="5349451" cy="260840"/>
          </a:xfrm>
        </p:spPr>
        <p:txBody>
          <a:bodyPr lIns="91440" tIns="45720" rIns="91440" bIns="45720">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4193579447"/>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Extra-Large Photo+Title (W)">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58B1EB05-4C3D-C643-8F71-7489EF7CE397}"/>
              </a:ext>
            </a:extLst>
          </p:cNvPr>
          <p:cNvSpPr>
            <a:spLocks noGrp="1"/>
          </p:cNvSpPr>
          <p:nvPr>
            <p:ph type="pic" sz="quarter" idx="10" hasCustomPrompt="1"/>
          </p:nvPr>
        </p:nvSpPr>
        <p:spPr>
          <a:xfrm>
            <a:off x="0" y="-1"/>
            <a:ext cx="12192000" cy="6172200"/>
          </a:xfrm>
          <a:solidFill>
            <a:schemeClr val="bg1">
              <a:lumMod val="90000"/>
            </a:schemeClr>
          </a:solidFill>
        </p:spPr>
        <p:txBody>
          <a:bodyPr tIns="0" bIns="2560320" anchor="b"/>
          <a:lstStyle>
            <a:lvl1pPr algn="ctr">
              <a:defRPr i="1">
                <a:solidFill>
                  <a:schemeClr val="bg1">
                    <a:lumMod val="75000"/>
                  </a:schemeClr>
                </a:solidFill>
              </a:defRPr>
            </a:lvl1pPr>
          </a:lstStyle>
          <a:p>
            <a:r>
              <a:rPr lang="en-US"/>
              <a:t>Click icon to insert a photo.</a:t>
            </a:r>
          </a:p>
        </p:txBody>
      </p:sp>
      <p:sp>
        <p:nvSpPr>
          <p:cNvPr id="6" name="Text Placeholder 4">
            <a:extLst>
              <a:ext uri="{FF2B5EF4-FFF2-40B4-BE49-F238E27FC236}">
                <a16:creationId xmlns:a16="http://schemas.microsoft.com/office/drawing/2014/main" id="{EC91875E-B0A9-0447-9F79-6199D7261229}"/>
              </a:ext>
            </a:extLst>
          </p:cNvPr>
          <p:cNvSpPr>
            <a:spLocks noGrp="1"/>
          </p:cNvSpPr>
          <p:nvPr>
            <p:ph type="body" sz="quarter" idx="11" hasCustomPrompt="1"/>
          </p:nvPr>
        </p:nvSpPr>
        <p:spPr>
          <a:xfrm rot="5400000">
            <a:off x="8975483" y="2955682"/>
            <a:ext cx="6172198" cy="260840"/>
          </a:xfrm>
        </p:spPr>
        <p:txBody>
          <a:bodyPr lIns="91440" tIns="45720" rIns="91440" bIns="45720">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
        <p:nvSpPr>
          <p:cNvPr id="4" name="Title Placeholder 1">
            <a:extLst>
              <a:ext uri="{FF2B5EF4-FFF2-40B4-BE49-F238E27FC236}">
                <a16:creationId xmlns:a16="http://schemas.microsoft.com/office/drawing/2014/main" id="{24F27426-24A7-3845-8E05-8360D202A2F3}"/>
              </a:ext>
            </a:extLst>
          </p:cNvPr>
          <p:cNvSpPr>
            <a:spLocks noGrp="1"/>
          </p:cNvSpPr>
          <p:nvPr>
            <p:ph type="title" hasCustomPrompt="1"/>
          </p:nvPr>
        </p:nvSpPr>
        <p:spPr>
          <a:xfrm>
            <a:off x="0" y="6172200"/>
            <a:ext cx="12202245" cy="685800"/>
          </a:xfrm>
          <a:prstGeom prst="rect">
            <a:avLst/>
          </a:prstGeom>
        </p:spPr>
        <p:txBody>
          <a:bodyPr vert="horz" lIns="457200" tIns="91440" rIns="457200" bIns="182880" rtlCol="0" anchor="t" anchorCtr="0">
            <a:normAutofit/>
          </a:bodyPr>
          <a:lstStyle>
            <a:lvl1pPr algn="ctr">
              <a:defRPr lang="en-US" sz="2200" dirty="0">
                <a:solidFill>
                  <a:schemeClr val="tx2"/>
                </a:solidFill>
                <a:latin typeface="Arial Black" charset="0"/>
                <a:ea typeface="Arial Black" charset="0"/>
                <a:cs typeface="Arial Black" charset="0"/>
              </a:defRPr>
            </a:lvl1pPr>
          </a:lstStyle>
          <a:p>
            <a:pPr marL="0" lvl="0"/>
            <a:r>
              <a:rPr lang="en-US"/>
              <a:t>Title for Extra-Large </a:t>
            </a:r>
            <a:r>
              <a:rPr lang="en-US" err="1"/>
              <a:t>Photo+Title</a:t>
            </a:r>
            <a:r>
              <a:rPr lang="en-US"/>
              <a:t> (W) Layout</a:t>
            </a:r>
          </a:p>
        </p:txBody>
      </p:sp>
    </p:spTree>
    <p:extLst>
      <p:ext uri="{BB962C8B-B14F-4D97-AF65-F5344CB8AC3E}">
        <p14:creationId xmlns:p14="http://schemas.microsoft.com/office/powerpoint/2010/main" val="2736004695"/>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Extra-Large Photo (W)">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58B1EB05-4C3D-C643-8F71-7489EF7CE397}"/>
              </a:ext>
            </a:extLst>
          </p:cNvPr>
          <p:cNvSpPr>
            <a:spLocks noGrp="1"/>
          </p:cNvSpPr>
          <p:nvPr>
            <p:ph type="pic" sz="quarter" idx="10" hasCustomPrompt="1"/>
          </p:nvPr>
        </p:nvSpPr>
        <p:spPr>
          <a:xfrm>
            <a:off x="0" y="-1"/>
            <a:ext cx="12192000" cy="6583680"/>
          </a:xfrm>
          <a:solidFill>
            <a:schemeClr val="bg1">
              <a:lumMod val="90000"/>
            </a:schemeClr>
          </a:solidFill>
        </p:spPr>
        <p:txBody>
          <a:bodyPr tIns="0" bIns="2743200" anchor="b"/>
          <a:lstStyle>
            <a:lvl1pPr algn="ctr">
              <a:defRPr i="1">
                <a:solidFill>
                  <a:schemeClr val="bg1">
                    <a:lumMod val="75000"/>
                  </a:schemeClr>
                </a:solidFill>
              </a:defRPr>
            </a:lvl1pPr>
          </a:lstStyle>
          <a:p>
            <a:r>
              <a:rPr lang="en-US"/>
              <a:t>Click icon to insert a photo.</a:t>
            </a:r>
          </a:p>
        </p:txBody>
      </p:sp>
      <p:sp>
        <p:nvSpPr>
          <p:cNvPr id="6" name="Text Placeholder 4">
            <a:extLst>
              <a:ext uri="{FF2B5EF4-FFF2-40B4-BE49-F238E27FC236}">
                <a16:creationId xmlns:a16="http://schemas.microsoft.com/office/drawing/2014/main" id="{EC91875E-B0A9-0447-9F79-6199D7261229}"/>
              </a:ext>
            </a:extLst>
          </p:cNvPr>
          <p:cNvSpPr>
            <a:spLocks noGrp="1"/>
          </p:cNvSpPr>
          <p:nvPr>
            <p:ph type="body" sz="quarter" idx="11" hasCustomPrompt="1"/>
          </p:nvPr>
        </p:nvSpPr>
        <p:spPr>
          <a:xfrm rot="5400000">
            <a:off x="8769743" y="3161422"/>
            <a:ext cx="6583678" cy="260840"/>
          </a:xfrm>
        </p:spPr>
        <p:txBody>
          <a:bodyPr lIns="91440" tIns="45720" rIns="91440" bIns="45720">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159763111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Single-Column (B)">
    <p:bg>
      <p:bgPr>
        <a:solidFill>
          <a:schemeClr val="tx2"/>
        </a:solidFill>
        <a:effectLst/>
      </p:bgPr>
    </p:bg>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bg1"/>
                </a:solidFill>
                <a:latin typeface="Arial Black" charset="0"/>
                <a:ea typeface="Arial Black" charset="0"/>
                <a:cs typeface="Arial Black" charset="0"/>
              </a:defRPr>
            </a:lvl1pPr>
          </a:lstStyle>
          <a:p>
            <a:pPr marL="0" lvl="0"/>
            <a:r>
              <a:rPr lang="en-US"/>
              <a:t>Title for Single-Column (B)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9715500" cy="4860591"/>
          </a:xfrm>
        </p:spPr>
        <p:txBody>
          <a:bodyPr/>
          <a:lstStyle>
            <a:lvl1pPr marL="0" marR="0" indent="0" algn="l" defTabSz="914314" rtl="0" eaLnBrk="1" fontAlgn="auto" latinLnBrk="0" hangingPunct="1">
              <a:lnSpc>
                <a:spcPct val="100000"/>
              </a:lnSpc>
              <a:spcBef>
                <a:spcPts val="2400"/>
              </a:spcBef>
              <a:spcAft>
                <a:spcPts val="0"/>
              </a:spcAft>
              <a:buClr>
                <a:schemeClr val="accent1"/>
              </a:buClr>
              <a:buSzPct val="110000"/>
              <a:buFont typeface="Wingdings" charset="2"/>
              <a:buNone/>
              <a:tabLst/>
              <a:defRPr>
                <a:solidFill>
                  <a:schemeClr val="bg1"/>
                </a:solidFill>
              </a:defRPr>
            </a:lvl1pPr>
            <a:lvl2pPr>
              <a:buClr>
                <a:schemeClr val="tx2">
                  <a:lumMod val="40000"/>
                  <a:lumOff val="60000"/>
                </a:schemeClr>
              </a:buClr>
              <a:defRPr>
                <a:solidFill>
                  <a:schemeClr val="bg1"/>
                </a:solidFill>
              </a:defRPr>
            </a:lvl2pPr>
            <a:lvl3pPr>
              <a:buClr>
                <a:schemeClr val="bg1">
                  <a:lumMod val="75000"/>
                </a:schemeClr>
              </a:buClr>
              <a:defRPr>
                <a:solidFill>
                  <a:schemeClr val="bg1"/>
                </a:solidFill>
              </a:defRPr>
            </a:lvl3pPr>
            <a:lvl4pPr>
              <a:buClr>
                <a:schemeClr val="tx2">
                  <a:lumMod val="40000"/>
                  <a:lumOff val="60000"/>
                </a:schemeClr>
              </a:buClr>
              <a:defRPr>
                <a:solidFill>
                  <a:schemeClr val="bg1"/>
                </a:solidFill>
              </a:defRPr>
            </a:lvl4pPr>
            <a:lvl5pPr>
              <a:buClr>
                <a:schemeClr val="bg1">
                  <a:lumMod val="75000"/>
                </a:schemeClr>
              </a:buClr>
              <a:defRPr>
                <a:solidFill>
                  <a:schemeClr val="bg1"/>
                </a:solidFill>
              </a:defRPr>
            </a:lvl5pPr>
          </a:lstStyle>
          <a:p>
            <a:pPr marL="0" marR="0" lvl="0" indent="0" algn="l" defTabSz="914314" rtl="0" eaLnBrk="1" fontAlgn="auto" latinLnBrk="0" hangingPunct="1">
              <a:lnSpc>
                <a:spcPct val="100000"/>
              </a:lnSpc>
              <a:spcBef>
                <a:spcPts val="2400"/>
              </a:spcBef>
              <a:spcAft>
                <a:spcPts val="0"/>
              </a:spcAft>
              <a:buClr>
                <a:schemeClr val="accent1"/>
              </a:buClr>
              <a:buSzPct val="110000"/>
              <a:buFont typeface="Wingdings" charset="2"/>
              <a:buNone/>
              <a:tabLst/>
              <a:defRPr/>
            </a:pPr>
            <a:r>
              <a:rPr lang="en-US"/>
              <a:t>Paragraph/</a:t>
            </a:r>
            <a:r>
              <a:rPr lang="en-US" err="1"/>
              <a:t>unbulleted</a:t>
            </a:r>
            <a:r>
              <a:rPr lang="en-US"/>
              <a:t> text formatting</a:t>
            </a:r>
          </a:p>
          <a:p>
            <a:pPr lvl="1"/>
            <a:r>
              <a:rPr lang="en-US"/>
              <a:t>Click the “Indent More” button (in the Home ribbon, above) for first-level bullets</a:t>
            </a:r>
          </a:p>
          <a:p>
            <a:pPr lvl="2"/>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4" name="TextBox 3">
            <a:extLst>
              <a:ext uri="{FF2B5EF4-FFF2-40B4-BE49-F238E27FC236}">
                <a16:creationId xmlns:a16="http://schemas.microsoft.com/office/drawing/2014/main" id="{5B31EA4B-58AD-3842-9BEC-4B9FF60E019D}"/>
              </a:ext>
            </a:extLst>
          </p:cNvPr>
          <p:cNvSpPr txBox="1"/>
          <p:nvPr userDrawn="1"/>
        </p:nvSpPr>
        <p:spPr>
          <a:xfrm>
            <a:off x="-1" y="6638779"/>
            <a:ext cx="9144000" cy="230832"/>
          </a:xfrm>
          <a:prstGeom prst="rect">
            <a:avLst/>
          </a:prstGeom>
          <a:noFill/>
        </p:spPr>
        <p:txBody>
          <a:bodyPr wrap="square" rtlCol="0">
            <a:spAutoFit/>
          </a:bodyPr>
          <a:lstStyle/>
          <a:p>
            <a:r>
              <a:rPr lang="en-US" sz="900" b="1">
                <a:solidFill>
                  <a:schemeClr val="accent1">
                    <a:lumMod val="60000"/>
                    <a:lumOff val="40000"/>
                  </a:schemeClr>
                </a:solidFill>
                <a:latin typeface="Arial Black" charset="0"/>
                <a:cs typeface="Arial Black" charset="0"/>
              </a:rPr>
              <a:t>IMF </a:t>
            </a:r>
            <a:r>
              <a:rPr lang="en-US" sz="900" b="0">
                <a:solidFill>
                  <a:schemeClr val="accent1">
                    <a:lumMod val="60000"/>
                    <a:lumOff val="40000"/>
                  </a:schemeClr>
                </a:solidFill>
                <a:latin typeface="+mn-lt"/>
                <a:cs typeface="Arial Black" charset="0"/>
              </a:rPr>
              <a:t>| Fiscal Affairs — Fiscal Monitor</a:t>
            </a:r>
            <a:endParaRPr lang="en-US" sz="900" b="0">
              <a:solidFill>
                <a:schemeClr val="accent1">
                  <a:lumMod val="60000"/>
                  <a:lumOff val="40000"/>
                </a:schemeClr>
              </a:solidFill>
              <a:latin typeface="+mn-lt"/>
            </a:endParaRPr>
          </a:p>
        </p:txBody>
      </p:sp>
      <p:sp>
        <p:nvSpPr>
          <p:cNvPr id="5" name="TextBox 4">
            <a:extLst>
              <a:ext uri="{FF2B5EF4-FFF2-40B4-BE49-F238E27FC236}">
                <a16:creationId xmlns:a16="http://schemas.microsoft.com/office/drawing/2014/main" id="{E06FD9C8-9F14-B64C-88D7-AFEADAB39B39}"/>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36824548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Two-Column (B)">
    <p:bg>
      <p:bgPr>
        <a:solidFill>
          <a:schemeClr val="tx2"/>
        </a:solidFill>
        <a:effectLst/>
      </p:bgPr>
    </p:bg>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bg1"/>
                </a:solidFill>
                <a:latin typeface="Arial Black" charset="0"/>
                <a:ea typeface="Arial Black" charset="0"/>
                <a:cs typeface="Arial Black" charset="0"/>
              </a:defRPr>
            </a:lvl1pPr>
          </a:lstStyle>
          <a:p>
            <a:pPr marL="0" lvl="0"/>
            <a:r>
              <a:rPr lang="en-US"/>
              <a:t>Title for Two-Column (B)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4572000" cy="4860591"/>
          </a:xfrm>
        </p:spPr>
        <p:txBody>
          <a:bodyPr>
            <a:normAutofit/>
          </a:bodyPr>
          <a:lstStyle>
            <a:lvl1pPr>
              <a:spcBef>
                <a:spcPts val="2000"/>
              </a:spcBef>
              <a:defRPr sz="1800">
                <a:solidFill>
                  <a:schemeClr val="bg1"/>
                </a:solidFill>
              </a:defRPr>
            </a:lvl1pPr>
            <a:lvl2pPr>
              <a:buClr>
                <a:schemeClr val="tx2">
                  <a:lumMod val="40000"/>
                  <a:lumOff val="60000"/>
                </a:schemeClr>
              </a:buClr>
              <a:defRPr sz="1800">
                <a:solidFill>
                  <a:schemeClr val="bg1"/>
                </a:solidFill>
              </a:defRPr>
            </a:lvl2pPr>
            <a:lvl3pPr>
              <a:buClr>
                <a:schemeClr val="bg1">
                  <a:lumMod val="75000"/>
                </a:schemeClr>
              </a:buClr>
              <a:defRPr sz="1800">
                <a:solidFill>
                  <a:schemeClr val="bg1"/>
                </a:solidFill>
              </a:defRPr>
            </a:lvl3pPr>
            <a:lvl4pPr>
              <a:buClr>
                <a:schemeClr val="tx2">
                  <a:lumMod val="40000"/>
                  <a:lumOff val="60000"/>
                </a:schemeClr>
              </a:buClr>
              <a:defRPr sz="1800">
                <a:solidFill>
                  <a:schemeClr val="bg1"/>
                </a:solidFill>
              </a:defRPr>
            </a:lvl4pPr>
            <a:lvl5pPr>
              <a:buClr>
                <a:schemeClr val="bg1">
                  <a:lumMod val="75000"/>
                </a:schemeClr>
              </a:buClr>
              <a:defRPr sz="1800">
                <a:solidFill>
                  <a:schemeClr val="bg1"/>
                </a:solidFill>
              </a:defRPr>
            </a:lvl5pPr>
          </a:lstStyle>
          <a:p>
            <a:pPr lvl="0"/>
            <a:r>
              <a:rPr lang="en-US"/>
              <a:t>Paragraph/</a:t>
            </a:r>
            <a:r>
              <a:rPr lang="en-US" err="1"/>
              <a:t>unbulleted</a:t>
            </a:r>
            <a:r>
              <a:rPr lang="en-US"/>
              <a:t> text formatting</a:t>
            </a:r>
          </a:p>
          <a:p>
            <a:pPr lvl="1"/>
            <a:r>
              <a:rPr lang="en-US"/>
              <a:t>Click the “Indent More” button (in the Home ribbon, above) for first-level bullets</a:t>
            </a:r>
          </a:p>
          <a:p>
            <a:pPr lvl="2"/>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4" name="Text Placeholder 2">
            <a:extLst>
              <a:ext uri="{FF2B5EF4-FFF2-40B4-BE49-F238E27FC236}">
                <a16:creationId xmlns:a16="http://schemas.microsoft.com/office/drawing/2014/main" id="{8673A610-5F4D-8049-8881-F136A3242FF6}"/>
              </a:ext>
            </a:extLst>
          </p:cNvPr>
          <p:cNvSpPr>
            <a:spLocks noGrp="1"/>
          </p:cNvSpPr>
          <p:nvPr>
            <p:ph type="body" sz="quarter" idx="11" hasCustomPrompt="1"/>
          </p:nvPr>
        </p:nvSpPr>
        <p:spPr>
          <a:xfrm>
            <a:off x="6383338" y="1469871"/>
            <a:ext cx="4572000" cy="4860591"/>
          </a:xfrm>
        </p:spPr>
        <p:txBody>
          <a:bodyPr>
            <a:normAutofit/>
          </a:bodyPr>
          <a:lstStyle>
            <a:lvl1pPr>
              <a:spcBef>
                <a:spcPts val="2000"/>
              </a:spcBef>
              <a:defRPr sz="1800">
                <a:solidFill>
                  <a:schemeClr val="bg1"/>
                </a:solidFill>
              </a:defRPr>
            </a:lvl1pPr>
            <a:lvl2pPr>
              <a:buClr>
                <a:schemeClr val="tx2">
                  <a:lumMod val="40000"/>
                  <a:lumOff val="60000"/>
                </a:schemeClr>
              </a:buClr>
              <a:defRPr sz="1800">
                <a:solidFill>
                  <a:schemeClr val="bg1"/>
                </a:solidFill>
              </a:defRPr>
            </a:lvl2pPr>
            <a:lvl3pPr>
              <a:buClr>
                <a:schemeClr val="bg1">
                  <a:lumMod val="75000"/>
                </a:schemeClr>
              </a:buClr>
              <a:defRPr sz="1800">
                <a:solidFill>
                  <a:schemeClr val="bg1"/>
                </a:solidFill>
              </a:defRPr>
            </a:lvl3pPr>
            <a:lvl4pPr>
              <a:buClr>
                <a:schemeClr val="tx2">
                  <a:lumMod val="40000"/>
                  <a:lumOff val="60000"/>
                </a:schemeClr>
              </a:buClr>
              <a:defRPr sz="1800">
                <a:solidFill>
                  <a:schemeClr val="bg1"/>
                </a:solidFill>
              </a:defRPr>
            </a:lvl4pPr>
            <a:lvl5pPr>
              <a:buClr>
                <a:schemeClr val="bg1">
                  <a:lumMod val="75000"/>
                </a:schemeClr>
              </a:buClr>
              <a:defRPr sz="1800">
                <a:solidFill>
                  <a:schemeClr val="bg1"/>
                </a:solidFill>
              </a:defRPr>
            </a:lvl5pPr>
          </a:lstStyle>
          <a:p>
            <a:pPr lvl="0"/>
            <a:r>
              <a:rPr lang="en-US"/>
              <a:t>Paragraph/</a:t>
            </a:r>
            <a:r>
              <a:rPr lang="en-US" err="1"/>
              <a:t>unbulleted</a:t>
            </a:r>
            <a:r>
              <a:rPr lang="en-US"/>
              <a:t> text formatting</a:t>
            </a:r>
          </a:p>
          <a:p>
            <a:pPr lvl="1"/>
            <a:r>
              <a:rPr lang="en-US"/>
              <a:t>Click the “Indent More” button (in the Home ribbon, above) for first-level bullets</a:t>
            </a:r>
          </a:p>
          <a:p>
            <a:pPr lvl="2"/>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5" name="TextBox 4">
            <a:extLst>
              <a:ext uri="{FF2B5EF4-FFF2-40B4-BE49-F238E27FC236}">
                <a16:creationId xmlns:a16="http://schemas.microsoft.com/office/drawing/2014/main" id="{6DC0B0CE-B013-7641-9551-DA60CF80B4AC}"/>
              </a:ext>
            </a:extLst>
          </p:cNvPr>
          <p:cNvSpPr txBox="1"/>
          <p:nvPr userDrawn="1"/>
        </p:nvSpPr>
        <p:spPr>
          <a:xfrm>
            <a:off x="-1" y="6638779"/>
            <a:ext cx="9144000" cy="369332"/>
          </a:xfrm>
          <a:prstGeom prst="rect">
            <a:avLst/>
          </a:prstGeom>
          <a:noFill/>
        </p:spPr>
        <p:txBody>
          <a:bodyPr wrap="square" rtlCol="0">
            <a:spAutoFit/>
          </a:bodyPr>
          <a:lstStyle/>
          <a:p>
            <a:pPr marL="0" marR="0" lvl="0" indent="0" algn="l" defTabSz="914314" rtl="0" eaLnBrk="1" fontAlgn="auto" latinLnBrk="0" hangingPunct="1">
              <a:lnSpc>
                <a:spcPct val="100000"/>
              </a:lnSpc>
              <a:spcBef>
                <a:spcPts val="0"/>
              </a:spcBef>
              <a:spcAft>
                <a:spcPts val="0"/>
              </a:spcAft>
              <a:buClrTx/>
              <a:buSzTx/>
              <a:buFontTx/>
              <a:buNone/>
              <a:tabLst/>
              <a:defRPr/>
            </a:pPr>
            <a:r>
              <a:rPr lang="en-US" sz="900" b="1">
                <a:solidFill>
                  <a:schemeClr val="accent1">
                    <a:lumMod val="60000"/>
                    <a:lumOff val="40000"/>
                  </a:schemeClr>
                </a:solidFill>
                <a:latin typeface="Arial Black" charset="0"/>
                <a:cs typeface="Arial Black" charset="0"/>
              </a:rPr>
              <a:t>IMF </a:t>
            </a:r>
            <a:r>
              <a:rPr lang="en-US" sz="900" b="0">
                <a:solidFill>
                  <a:schemeClr val="accent1">
                    <a:lumMod val="60000"/>
                    <a:lumOff val="40000"/>
                  </a:schemeClr>
                </a:solidFill>
                <a:latin typeface="+mn-lt"/>
                <a:cs typeface="Arial Black" charset="0"/>
              </a:rPr>
              <a:t>| Fiscal Affairs — Fiscal Monitor</a:t>
            </a:r>
            <a:endParaRPr lang="en-US" sz="900" b="0">
              <a:solidFill>
                <a:schemeClr val="accent1">
                  <a:lumMod val="60000"/>
                  <a:lumOff val="40000"/>
                </a:schemeClr>
              </a:solidFill>
              <a:latin typeface="+mn-lt"/>
            </a:endParaRPr>
          </a:p>
          <a:p>
            <a:endParaRPr lang="en-US" sz="900" b="0">
              <a:solidFill>
                <a:schemeClr val="accent1">
                  <a:lumMod val="60000"/>
                  <a:lumOff val="40000"/>
                </a:schemeClr>
              </a:solidFill>
              <a:latin typeface="+mn-lt"/>
            </a:endParaRPr>
          </a:p>
        </p:txBody>
      </p:sp>
      <p:sp>
        <p:nvSpPr>
          <p:cNvPr id="6" name="TextBox 5">
            <a:extLst>
              <a:ext uri="{FF2B5EF4-FFF2-40B4-BE49-F238E27FC236}">
                <a16:creationId xmlns:a16="http://schemas.microsoft.com/office/drawing/2014/main" id="{77362889-E692-BF4A-B8C8-D6FF23EE4CF0}"/>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cxnSp>
        <p:nvCxnSpPr>
          <p:cNvPr id="7" name="Straight Connector 6">
            <a:extLst>
              <a:ext uri="{FF2B5EF4-FFF2-40B4-BE49-F238E27FC236}">
                <a16:creationId xmlns:a16="http://schemas.microsoft.com/office/drawing/2014/main" id="{DCB5B26B-2A1F-084E-BAF6-BEA91A8E38A5}"/>
              </a:ext>
            </a:extLst>
          </p:cNvPr>
          <p:cNvCxnSpPr>
            <a:cxnSpLocks/>
          </p:cNvCxnSpPr>
          <p:nvPr userDrawn="1"/>
        </p:nvCxnSpPr>
        <p:spPr>
          <a:xfrm>
            <a:off x="6096000" y="1670538"/>
            <a:ext cx="0" cy="4425462"/>
          </a:xfrm>
          <a:prstGeom prst="line">
            <a:avLst/>
          </a:prstGeom>
          <a:ln w="952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4409033"/>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Photo+Text (B)">
    <p:bg>
      <p:bgPr>
        <a:solidFill>
          <a:schemeClr val="tx2"/>
        </a:solidFill>
        <a:effectLst/>
      </p:bgPr>
    </p:bg>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bg1"/>
                </a:solidFill>
                <a:latin typeface="Arial Black" charset="0"/>
                <a:ea typeface="Arial Black" charset="0"/>
                <a:cs typeface="Arial Black" charset="0"/>
              </a:defRPr>
            </a:lvl1pPr>
          </a:lstStyle>
          <a:p>
            <a:pPr marL="0" lvl="0"/>
            <a:r>
              <a:rPr lang="en-US"/>
              <a:t>Title for </a:t>
            </a:r>
            <a:r>
              <a:rPr lang="en-US" err="1"/>
              <a:t>Photo+Text</a:t>
            </a:r>
            <a:r>
              <a:rPr lang="en-US"/>
              <a:t> (B) Layout</a:t>
            </a:r>
          </a:p>
        </p:txBody>
      </p:sp>
      <p:sp>
        <p:nvSpPr>
          <p:cNvPr id="4" name="Text Placeholder 2">
            <a:extLst>
              <a:ext uri="{FF2B5EF4-FFF2-40B4-BE49-F238E27FC236}">
                <a16:creationId xmlns:a16="http://schemas.microsoft.com/office/drawing/2014/main" id="{8673A610-5F4D-8049-8881-F136A3242FF6}"/>
              </a:ext>
            </a:extLst>
          </p:cNvPr>
          <p:cNvSpPr>
            <a:spLocks noGrp="1"/>
          </p:cNvSpPr>
          <p:nvPr>
            <p:ph type="body" sz="quarter" idx="11" hasCustomPrompt="1"/>
          </p:nvPr>
        </p:nvSpPr>
        <p:spPr>
          <a:xfrm>
            <a:off x="6383338" y="1469871"/>
            <a:ext cx="4572000" cy="4860591"/>
          </a:xfrm>
        </p:spPr>
        <p:txBody>
          <a:bodyPr>
            <a:normAutofit/>
          </a:bodyPr>
          <a:lstStyle>
            <a:lvl1pPr>
              <a:spcBef>
                <a:spcPts val="2000"/>
              </a:spcBef>
              <a:defRPr sz="1800">
                <a:solidFill>
                  <a:schemeClr val="bg1"/>
                </a:solidFill>
              </a:defRPr>
            </a:lvl1pPr>
            <a:lvl2pPr>
              <a:buClr>
                <a:schemeClr val="tx2">
                  <a:lumMod val="40000"/>
                  <a:lumOff val="60000"/>
                </a:schemeClr>
              </a:buClr>
              <a:defRPr sz="1800">
                <a:solidFill>
                  <a:schemeClr val="bg1"/>
                </a:solidFill>
              </a:defRPr>
            </a:lvl2pPr>
            <a:lvl3pPr>
              <a:buClr>
                <a:schemeClr val="bg1">
                  <a:lumMod val="75000"/>
                </a:schemeClr>
              </a:buClr>
              <a:defRPr sz="1800">
                <a:solidFill>
                  <a:schemeClr val="bg1"/>
                </a:solidFill>
              </a:defRPr>
            </a:lvl3pPr>
            <a:lvl4pPr>
              <a:buClr>
                <a:schemeClr val="tx2">
                  <a:lumMod val="40000"/>
                  <a:lumOff val="60000"/>
                </a:schemeClr>
              </a:buClr>
              <a:defRPr sz="1800">
                <a:solidFill>
                  <a:schemeClr val="bg1"/>
                </a:solidFill>
              </a:defRPr>
            </a:lvl4pPr>
            <a:lvl5pPr>
              <a:buClr>
                <a:schemeClr val="bg1">
                  <a:lumMod val="75000"/>
                </a:schemeClr>
              </a:buClr>
              <a:defRPr sz="1800">
                <a:solidFill>
                  <a:schemeClr val="bg1"/>
                </a:solidFill>
              </a:defRPr>
            </a:lvl5pPr>
          </a:lstStyle>
          <a:p>
            <a:pPr lvl="0"/>
            <a:r>
              <a:rPr lang="en-US"/>
              <a:t>Paragraph/</a:t>
            </a:r>
            <a:r>
              <a:rPr lang="en-US" err="1"/>
              <a:t>unbulleted</a:t>
            </a:r>
            <a:r>
              <a:rPr lang="en-US"/>
              <a:t> text formatting</a:t>
            </a:r>
          </a:p>
          <a:p>
            <a:pPr lvl="1"/>
            <a:r>
              <a:rPr lang="en-US"/>
              <a:t>Click the “Indent More” button (in the Home ribbon, above) for first-level bullets</a:t>
            </a:r>
          </a:p>
          <a:p>
            <a:pPr lvl="2"/>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5" name="TextBox 4">
            <a:extLst>
              <a:ext uri="{FF2B5EF4-FFF2-40B4-BE49-F238E27FC236}">
                <a16:creationId xmlns:a16="http://schemas.microsoft.com/office/drawing/2014/main" id="{6DC0B0CE-B013-7641-9551-DA60CF80B4AC}"/>
              </a:ext>
            </a:extLst>
          </p:cNvPr>
          <p:cNvSpPr txBox="1"/>
          <p:nvPr userDrawn="1"/>
        </p:nvSpPr>
        <p:spPr>
          <a:xfrm>
            <a:off x="-1" y="6638779"/>
            <a:ext cx="9144000" cy="369332"/>
          </a:xfrm>
          <a:prstGeom prst="rect">
            <a:avLst/>
          </a:prstGeom>
          <a:noFill/>
        </p:spPr>
        <p:txBody>
          <a:bodyPr wrap="square" rtlCol="0">
            <a:spAutoFit/>
          </a:bodyPr>
          <a:lstStyle/>
          <a:p>
            <a:pPr marL="0" marR="0" lvl="0" indent="0" algn="l" defTabSz="914314" rtl="0" eaLnBrk="1" fontAlgn="auto" latinLnBrk="0" hangingPunct="1">
              <a:lnSpc>
                <a:spcPct val="100000"/>
              </a:lnSpc>
              <a:spcBef>
                <a:spcPts val="0"/>
              </a:spcBef>
              <a:spcAft>
                <a:spcPts val="0"/>
              </a:spcAft>
              <a:buClrTx/>
              <a:buSzTx/>
              <a:buFontTx/>
              <a:buNone/>
              <a:tabLst/>
              <a:defRPr/>
            </a:pPr>
            <a:r>
              <a:rPr lang="en-US" sz="900" b="1">
                <a:solidFill>
                  <a:schemeClr val="accent1">
                    <a:lumMod val="60000"/>
                    <a:lumOff val="40000"/>
                  </a:schemeClr>
                </a:solidFill>
                <a:latin typeface="Arial Black" charset="0"/>
                <a:cs typeface="Arial Black" charset="0"/>
              </a:rPr>
              <a:t>IMF </a:t>
            </a:r>
            <a:r>
              <a:rPr lang="en-US" sz="900" b="0">
                <a:solidFill>
                  <a:schemeClr val="accent1">
                    <a:lumMod val="60000"/>
                    <a:lumOff val="40000"/>
                  </a:schemeClr>
                </a:solidFill>
                <a:latin typeface="+mn-lt"/>
                <a:cs typeface="Arial Black" charset="0"/>
              </a:rPr>
              <a:t>| Fiscal Affairs — Fiscal Monitor</a:t>
            </a:r>
            <a:endParaRPr lang="en-US" sz="900" b="0">
              <a:solidFill>
                <a:schemeClr val="accent1">
                  <a:lumMod val="60000"/>
                  <a:lumOff val="40000"/>
                </a:schemeClr>
              </a:solidFill>
              <a:latin typeface="+mn-lt"/>
            </a:endParaRPr>
          </a:p>
          <a:p>
            <a:endParaRPr lang="en-US" sz="900" b="0">
              <a:solidFill>
                <a:schemeClr val="accent1">
                  <a:lumMod val="60000"/>
                  <a:lumOff val="40000"/>
                </a:schemeClr>
              </a:solidFill>
              <a:latin typeface="+mn-lt"/>
            </a:endParaRPr>
          </a:p>
        </p:txBody>
      </p:sp>
      <p:sp>
        <p:nvSpPr>
          <p:cNvPr id="6" name="TextBox 5">
            <a:extLst>
              <a:ext uri="{FF2B5EF4-FFF2-40B4-BE49-F238E27FC236}">
                <a16:creationId xmlns:a16="http://schemas.microsoft.com/office/drawing/2014/main" id="{77362889-E692-BF4A-B8C8-D6FF23EE4CF0}"/>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
        <p:nvSpPr>
          <p:cNvPr id="9" name="Picture Placeholder 4">
            <a:extLst>
              <a:ext uri="{FF2B5EF4-FFF2-40B4-BE49-F238E27FC236}">
                <a16:creationId xmlns:a16="http://schemas.microsoft.com/office/drawing/2014/main" id="{ADC7D600-7783-1F4F-AD62-06B784E129FD}"/>
              </a:ext>
            </a:extLst>
          </p:cNvPr>
          <p:cNvSpPr>
            <a:spLocks noGrp="1"/>
          </p:cNvSpPr>
          <p:nvPr>
            <p:ph type="pic" sz="quarter" idx="13" hasCustomPrompt="1"/>
          </p:nvPr>
        </p:nvSpPr>
        <p:spPr>
          <a:xfrm>
            <a:off x="1239838" y="1672046"/>
            <a:ext cx="4855464" cy="4480560"/>
          </a:xfrm>
          <a:solidFill>
            <a:schemeClr val="tx2">
              <a:lumMod val="50000"/>
            </a:schemeClr>
          </a:solidFill>
        </p:spPr>
        <p:txBody>
          <a:bodyPr lIns="365760" tIns="365760" rIns="365760" bIns="1828800" anchor="b">
            <a:normAutofit/>
          </a:bodyPr>
          <a:lstStyle>
            <a:lvl1pPr marL="0" indent="0" algn="ctr">
              <a:buNone/>
              <a:defRPr sz="1600" i="1">
                <a:solidFill>
                  <a:schemeClr val="tx2"/>
                </a:solidFill>
              </a:defRPr>
            </a:lvl1pPr>
          </a:lstStyle>
          <a:p>
            <a:r>
              <a:rPr lang="en-US"/>
              <a:t>Click icon to insert a photo.</a:t>
            </a:r>
          </a:p>
        </p:txBody>
      </p:sp>
      <p:sp>
        <p:nvSpPr>
          <p:cNvPr id="10" name="Text Placeholder 4">
            <a:extLst>
              <a:ext uri="{FF2B5EF4-FFF2-40B4-BE49-F238E27FC236}">
                <a16:creationId xmlns:a16="http://schemas.microsoft.com/office/drawing/2014/main" id="{A3893C67-9BAE-6946-9896-78E2472B03D8}"/>
              </a:ext>
            </a:extLst>
          </p:cNvPr>
          <p:cNvSpPr>
            <a:spLocks noGrp="1"/>
          </p:cNvSpPr>
          <p:nvPr>
            <p:ph type="body" sz="quarter" idx="14" hasCustomPrompt="1"/>
          </p:nvPr>
        </p:nvSpPr>
        <p:spPr>
          <a:xfrm>
            <a:off x="1239838" y="5891766"/>
            <a:ext cx="4855464" cy="260840"/>
          </a:xfrm>
        </p:spPr>
        <p:txBody>
          <a:bodyPr lIns="45720" tIns="45720" rIns="45720" bIns="45720" anchor="b">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1474150489"/>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12">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Photo+Photo (B)">
    <p:bg>
      <p:bgPr>
        <a:solidFill>
          <a:schemeClr val="tx2"/>
        </a:solidFill>
        <a:effectLst/>
      </p:bgPr>
    </p:bg>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bg1"/>
                </a:solidFill>
                <a:latin typeface="Arial Black" charset="0"/>
                <a:ea typeface="Arial Black" charset="0"/>
                <a:cs typeface="Arial Black" charset="0"/>
              </a:defRPr>
            </a:lvl1pPr>
          </a:lstStyle>
          <a:p>
            <a:pPr marL="0" lvl="0"/>
            <a:r>
              <a:rPr lang="en-US"/>
              <a:t>Title for </a:t>
            </a:r>
            <a:r>
              <a:rPr lang="en-US" err="1"/>
              <a:t>Photo+Photo</a:t>
            </a:r>
            <a:r>
              <a:rPr lang="en-US"/>
              <a:t> (B) Layout</a:t>
            </a:r>
          </a:p>
        </p:txBody>
      </p:sp>
      <p:sp>
        <p:nvSpPr>
          <p:cNvPr id="6" name="Picture Placeholder 4">
            <a:extLst>
              <a:ext uri="{FF2B5EF4-FFF2-40B4-BE49-F238E27FC236}">
                <a16:creationId xmlns:a16="http://schemas.microsoft.com/office/drawing/2014/main" id="{68106178-1013-D249-8751-3EA29B2109C8}"/>
              </a:ext>
            </a:extLst>
          </p:cNvPr>
          <p:cNvSpPr>
            <a:spLocks noGrp="1"/>
          </p:cNvSpPr>
          <p:nvPr>
            <p:ph type="pic" sz="quarter" idx="12" hasCustomPrompt="1"/>
          </p:nvPr>
        </p:nvSpPr>
        <p:spPr>
          <a:xfrm>
            <a:off x="0" y="1469871"/>
            <a:ext cx="6096000" cy="4251960"/>
          </a:xfrm>
          <a:solidFill>
            <a:schemeClr val="tx2">
              <a:lumMod val="50000"/>
            </a:schemeClr>
          </a:solidFill>
        </p:spPr>
        <p:txBody>
          <a:bodyPr lIns="365760" tIns="365760" rIns="365760" bIns="1828800" anchor="b">
            <a:normAutofit/>
          </a:bodyPr>
          <a:lstStyle>
            <a:lvl1pPr marL="0" indent="0" algn="ctr">
              <a:buNone/>
              <a:defRPr sz="1600" i="1">
                <a:solidFill>
                  <a:schemeClr val="tx2"/>
                </a:solidFill>
              </a:defRPr>
            </a:lvl1pPr>
          </a:lstStyle>
          <a:p>
            <a:r>
              <a:rPr lang="en-US"/>
              <a:t>Click icon to insert a photo.</a:t>
            </a:r>
          </a:p>
        </p:txBody>
      </p:sp>
      <p:sp>
        <p:nvSpPr>
          <p:cNvPr id="7" name="Text Placeholder 4">
            <a:extLst>
              <a:ext uri="{FF2B5EF4-FFF2-40B4-BE49-F238E27FC236}">
                <a16:creationId xmlns:a16="http://schemas.microsoft.com/office/drawing/2014/main" id="{CDAF09BB-AD0B-2041-83F2-50D0A4E8600C}"/>
              </a:ext>
            </a:extLst>
          </p:cNvPr>
          <p:cNvSpPr>
            <a:spLocks noGrp="1"/>
          </p:cNvSpPr>
          <p:nvPr>
            <p:ph type="body" sz="quarter" idx="13" hasCustomPrompt="1"/>
          </p:nvPr>
        </p:nvSpPr>
        <p:spPr>
          <a:xfrm>
            <a:off x="1" y="5460991"/>
            <a:ext cx="6096000" cy="260840"/>
          </a:xfrm>
        </p:spPr>
        <p:txBody>
          <a:bodyPr lIns="45720" tIns="45720" rIns="45720" bIns="45720" anchor="b">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
        <p:nvSpPr>
          <p:cNvPr id="8" name="Picture Placeholder 4">
            <a:extLst>
              <a:ext uri="{FF2B5EF4-FFF2-40B4-BE49-F238E27FC236}">
                <a16:creationId xmlns:a16="http://schemas.microsoft.com/office/drawing/2014/main" id="{57E259A3-746A-2044-822B-3F7D859E7F10}"/>
              </a:ext>
            </a:extLst>
          </p:cNvPr>
          <p:cNvSpPr>
            <a:spLocks noGrp="1"/>
          </p:cNvSpPr>
          <p:nvPr>
            <p:ph type="pic" sz="quarter" idx="14" hasCustomPrompt="1"/>
          </p:nvPr>
        </p:nvSpPr>
        <p:spPr>
          <a:xfrm>
            <a:off x="6093439" y="1469871"/>
            <a:ext cx="6096000" cy="4251960"/>
          </a:xfrm>
          <a:solidFill>
            <a:schemeClr val="tx2">
              <a:lumMod val="50000"/>
            </a:schemeClr>
          </a:solidFill>
        </p:spPr>
        <p:txBody>
          <a:bodyPr lIns="365760" tIns="365760" rIns="365760" bIns="1828800" anchor="b">
            <a:normAutofit/>
          </a:bodyPr>
          <a:lstStyle>
            <a:lvl1pPr marL="0" indent="0" algn="ctr">
              <a:buNone/>
              <a:defRPr sz="1600" i="1">
                <a:solidFill>
                  <a:schemeClr val="tx2"/>
                </a:solidFill>
              </a:defRPr>
            </a:lvl1pPr>
          </a:lstStyle>
          <a:p>
            <a:r>
              <a:rPr lang="en-US"/>
              <a:t>Click icon to insert a photo.</a:t>
            </a:r>
          </a:p>
        </p:txBody>
      </p:sp>
      <p:sp>
        <p:nvSpPr>
          <p:cNvPr id="9" name="Text Placeholder 4">
            <a:extLst>
              <a:ext uri="{FF2B5EF4-FFF2-40B4-BE49-F238E27FC236}">
                <a16:creationId xmlns:a16="http://schemas.microsoft.com/office/drawing/2014/main" id="{E3F54B41-918E-644B-B610-DDE8277FB261}"/>
              </a:ext>
            </a:extLst>
          </p:cNvPr>
          <p:cNvSpPr>
            <a:spLocks noGrp="1"/>
          </p:cNvSpPr>
          <p:nvPr>
            <p:ph type="body" sz="quarter" idx="15" hasCustomPrompt="1"/>
          </p:nvPr>
        </p:nvSpPr>
        <p:spPr>
          <a:xfrm>
            <a:off x="6093440" y="5460991"/>
            <a:ext cx="6096000" cy="260840"/>
          </a:xfrm>
        </p:spPr>
        <p:txBody>
          <a:bodyPr lIns="45720" tIns="45720" rIns="45720" bIns="45720" anchor="b">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
        <p:nvSpPr>
          <p:cNvPr id="10" name="TextBox 9">
            <a:extLst>
              <a:ext uri="{FF2B5EF4-FFF2-40B4-BE49-F238E27FC236}">
                <a16:creationId xmlns:a16="http://schemas.microsoft.com/office/drawing/2014/main" id="{8E8A7720-BFE2-8541-8CCE-E6CF2AEB21D5}"/>
              </a:ext>
            </a:extLst>
          </p:cNvPr>
          <p:cNvSpPr txBox="1"/>
          <p:nvPr userDrawn="1"/>
        </p:nvSpPr>
        <p:spPr>
          <a:xfrm>
            <a:off x="-1" y="6638779"/>
            <a:ext cx="9144000" cy="369332"/>
          </a:xfrm>
          <a:prstGeom prst="rect">
            <a:avLst/>
          </a:prstGeom>
          <a:noFill/>
        </p:spPr>
        <p:txBody>
          <a:bodyPr wrap="square" rtlCol="0">
            <a:spAutoFit/>
          </a:bodyPr>
          <a:lstStyle/>
          <a:p>
            <a:pPr marL="0" marR="0" lvl="0" indent="0" algn="l" defTabSz="914314" rtl="0" eaLnBrk="1" fontAlgn="auto" latinLnBrk="0" hangingPunct="1">
              <a:lnSpc>
                <a:spcPct val="100000"/>
              </a:lnSpc>
              <a:spcBef>
                <a:spcPts val="0"/>
              </a:spcBef>
              <a:spcAft>
                <a:spcPts val="0"/>
              </a:spcAft>
              <a:buClrTx/>
              <a:buSzTx/>
              <a:buFontTx/>
              <a:buNone/>
              <a:tabLst/>
              <a:defRPr/>
            </a:pPr>
            <a:r>
              <a:rPr lang="en-US" sz="900" b="1">
                <a:solidFill>
                  <a:schemeClr val="accent1">
                    <a:lumMod val="60000"/>
                    <a:lumOff val="40000"/>
                  </a:schemeClr>
                </a:solidFill>
                <a:latin typeface="Arial Black" charset="0"/>
                <a:cs typeface="Arial Black" charset="0"/>
              </a:rPr>
              <a:t>IMF </a:t>
            </a:r>
            <a:r>
              <a:rPr lang="en-US" sz="900" b="0">
                <a:solidFill>
                  <a:schemeClr val="accent1">
                    <a:lumMod val="60000"/>
                    <a:lumOff val="40000"/>
                  </a:schemeClr>
                </a:solidFill>
                <a:latin typeface="+mn-lt"/>
                <a:cs typeface="Arial Black" charset="0"/>
              </a:rPr>
              <a:t>| Fiscal Affairs — Fiscal Monitor</a:t>
            </a:r>
            <a:endParaRPr lang="en-US" sz="900" b="0">
              <a:solidFill>
                <a:schemeClr val="accent1">
                  <a:lumMod val="60000"/>
                  <a:lumOff val="40000"/>
                </a:schemeClr>
              </a:solidFill>
              <a:latin typeface="+mn-lt"/>
            </a:endParaRPr>
          </a:p>
          <a:p>
            <a:endParaRPr lang="en-US" sz="900" b="0">
              <a:solidFill>
                <a:schemeClr val="accent1">
                  <a:lumMod val="60000"/>
                  <a:lumOff val="40000"/>
                </a:schemeClr>
              </a:solidFill>
              <a:latin typeface="+mn-lt"/>
            </a:endParaRPr>
          </a:p>
        </p:txBody>
      </p:sp>
      <p:sp>
        <p:nvSpPr>
          <p:cNvPr id="11" name="TextBox 10">
            <a:extLst>
              <a:ext uri="{FF2B5EF4-FFF2-40B4-BE49-F238E27FC236}">
                <a16:creationId xmlns:a16="http://schemas.microsoft.com/office/drawing/2014/main" id="{DF7CAC3A-914C-D94C-9254-C253E5803F2C}"/>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9448680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Large-Photo (B)">
    <p:bg>
      <p:bgPr>
        <a:solidFill>
          <a:schemeClr val="tx2"/>
        </a:solidFill>
        <a:effectLst/>
      </p:bgPr>
    </p:bg>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0" y="5349450"/>
            <a:ext cx="12191999" cy="1508547"/>
          </a:xfrm>
          <a:prstGeom prst="rect">
            <a:avLst/>
          </a:prstGeom>
        </p:spPr>
        <p:txBody>
          <a:bodyPr vert="horz" lIns="457200" tIns="182880" rIns="457200" bIns="182880" rtlCol="0" anchor="t">
            <a:normAutofit/>
          </a:bodyPr>
          <a:lstStyle>
            <a:lvl1pPr algn="ctr">
              <a:defRPr lang="en-US" sz="2400" dirty="0">
                <a:solidFill>
                  <a:schemeClr val="bg1"/>
                </a:solidFill>
                <a:latin typeface="Arial Black" charset="0"/>
                <a:ea typeface="Arial Black" charset="0"/>
                <a:cs typeface="Arial Black" charset="0"/>
              </a:defRPr>
            </a:lvl1pPr>
          </a:lstStyle>
          <a:p>
            <a:pPr marL="0" lvl="0"/>
            <a:r>
              <a:rPr lang="en-US"/>
              <a:t>Title for Large-Photo (B) Layout</a:t>
            </a:r>
          </a:p>
        </p:txBody>
      </p:sp>
      <p:sp>
        <p:nvSpPr>
          <p:cNvPr id="3" name="Picture Placeholder 2">
            <a:extLst>
              <a:ext uri="{FF2B5EF4-FFF2-40B4-BE49-F238E27FC236}">
                <a16:creationId xmlns:a16="http://schemas.microsoft.com/office/drawing/2014/main" id="{6B57DE7E-D5A7-934A-BDAA-810E25C7A254}"/>
              </a:ext>
            </a:extLst>
          </p:cNvPr>
          <p:cNvSpPr>
            <a:spLocks noGrp="1"/>
          </p:cNvSpPr>
          <p:nvPr>
            <p:ph type="pic" sz="quarter" idx="10" hasCustomPrompt="1"/>
          </p:nvPr>
        </p:nvSpPr>
        <p:spPr>
          <a:xfrm>
            <a:off x="0" y="0"/>
            <a:ext cx="12192000" cy="5349875"/>
          </a:xfrm>
          <a:solidFill>
            <a:schemeClr val="tx2">
              <a:lumMod val="50000"/>
            </a:schemeClr>
          </a:solidFill>
        </p:spPr>
        <p:txBody>
          <a:bodyPr tIns="0" bIns="2057400" anchor="b"/>
          <a:lstStyle>
            <a:lvl1pPr algn="ctr">
              <a:defRPr i="1">
                <a:solidFill>
                  <a:schemeClr val="tx2"/>
                </a:solidFill>
              </a:defRPr>
            </a:lvl1pPr>
          </a:lstStyle>
          <a:p>
            <a:r>
              <a:rPr lang="en-US"/>
              <a:t>Click icon to insert a photo.</a:t>
            </a:r>
          </a:p>
        </p:txBody>
      </p:sp>
      <p:sp>
        <p:nvSpPr>
          <p:cNvPr id="5" name="Text Placeholder 4">
            <a:extLst>
              <a:ext uri="{FF2B5EF4-FFF2-40B4-BE49-F238E27FC236}">
                <a16:creationId xmlns:a16="http://schemas.microsoft.com/office/drawing/2014/main" id="{7096E3DB-FA3A-7842-8A68-4AE4AACEC5FF}"/>
              </a:ext>
            </a:extLst>
          </p:cNvPr>
          <p:cNvSpPr>
            <a:spLocks noGrp="1"/>
          </p:cNvSpPr>
          <p:nvPr>
            <p:ph type="body" sz="quarter" idx="11" hasCustomPrompt="1"/>
          </p:nvPr>
        </p:nvSpPr>
        <p:spPr>
          <a:xfrm rot="5400000">
            <a:off x="9386856" y="2544308"/>
            <a:ext cx="5349451" cy="260840"/>
          </a:xfrm>
        </p:spPr>
        <p:txBody>
          <a:bodyPr lIns="91440" tIns="45720" rIns="91440" bIns="45720">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
        <p:nvSpPr>
          <p:cNvPr id="12" name="TextBox 11">
            <a:extLst>
              <a:ext uri="{FF2B5EF4-FFF2-40B4-BE49-F238E27FC236}">
                <a16:creationId xmlns:a16="http://schemas.microsoft.com/office/drawing/2014/main" id="{764FF97F-5A7B-3544-BBF1-8D9147069589}"/>
              </a:ext>
            </a:extLst>
          </p:cNvPr>
          <p:cNvSpPr txBox="1"/>
          <p:nvPr userDrawn="1"/>
        </p:nvSpPr>
        <p:spPr>
          <a:xfrm>
            <a:off x="-1" y="6638779"/>
            <a:ext cx="9144000" cy="369332"/>
          </a:xfrm>
          <a:prstGeom prst="rect">
            <a:avLst/>
          </a:prstGeom>
          <a:noFill/>
        </p:spPr>
        <p:txBody>
          <a:bodyPr wrap="square" rtlCol="0">
            <a:spAutoFit/>
          </a:bodyPr>
          <a:lstStyle/>
          <a:p>
            <a:pPr marL="0" marR="0" lvl="0" indent="0" algn="l" defTabSz="914314" rtl="0" eaLnBrk="1" fontAlgn="auto" latinLnBrk="0" hangingPunct="1">
              <a:lnSpc>
                <a:spcPct val="100000"/>
              </a:lnSpc>
              <a:spcBef>
                <a:spcPts val="0"/>
              </a:spcBef>
              <a:spcAft>
                <a:spcPts val="0"/>
              </a:spcAft>
              <a:buClrTx/>
              <a:buSzTx/>
              <a:buFontTx/>
              <a:buNone/>
              <a:tabLst/>
              <a:defRPr/>
            </a:pPr>
            <a:r>
              <a:rPr lang="en-US" sz="900" b="1">
                <a:solidFill>
                  <a:schemeClr val="accent1">
                    <a:lumMod val="60000"/>
                    <a:lumOff val="40000"/>
                  </a:schemeClr>
                </a:solidFill>
                <a:latin typeface="Arial Black" charset="0"/>
                <a:cs typeface="Arial Black" charset="0"/>
              </a:rPr>
              <a:t>IMF </a:t>
            </a:r>
            <a:r>
              <a:rPr lang="en-US" sz="900" b="0">
                <a:solidFill>
                  <a:schemeClr val="accent1">
                    <a:lumMod val="60000"/>
                    <a:lumOff val="40000"/>
                  </a:schemeClr>
                </a:solidFill>
                <a:latin typeface="+mn-lt"/>
                <a:cs typeface="Arial Black" charset="0"/>
              </a:rPr>
              <a:t>| Fiscal Affairs — Fiscal Monitor</a:t>
            </a:r>
            <a:endParaRPr lang="en-US" sz="900" b="0">
              <a:solidFill>
                <a:schemeClr val="accent1">
                  <a:lumMod val="60000"/>
                  <a:lumOff val="40000"/>
                </a:schemeClr>
              </a:solidFill>
              <a:latin typeface="+mn-lt"/>
            </a:endParaRPr>
          </a:p>
          <a:p>
            <a:endParaRPr lang="en-US" sz="900" b="0">
              <a:solidFill>
                <a:schemeClr val="accent1">
                  <a:lumMod val="60000"/>
                  <a:lumOff val="40000"/>
                </a:schemeClr>
              </a:solidFill>
              <a:latin typeface="+mn-lt"/>
            </a:endParaRPr>
          </a:p>
        </p:txBody>
      </p:sp>
      <p:sp>
        <p:nvSpPr>
          <p:cNvPr id="13" name="TextBox 12">
            <a:extLst>
              <a:ext uri="{FF2B5EF4-FFF2-40B4-BE49-F238E27FC236}">
                <a16:creationId xmlns:a16="http://schemas.microsoft.com/office/drawing/2014/main" id="{5558205F-7910-2A4D-9D13-3F4027CE12D3}"/>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3356268003"/>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Custom Layout">
    <p:bg>
      <p:bgPr>
        <a:solidFill>
          <a:schemeClr val="bg1"/>
        </a:solidFill>
        <a:effectLst/>
      </p:bgPr>
    </p:bg>
    <p:spTree>
      <p:nvGrpSpPr>
        <p:cNvPr id="1" name=""/>
        <p:cNvGrpSpPr/>
        <p:nvPr/>
      </p:nvGrpSpPr>
      <p:grpSpPr>
        <a:xfrm>
          <a:off x="0" y="0"/>
          <a:ext cx="0" cy="0"/>
          <a:chOff x="0" y="0"/>
          <a:chExt cx="0" cy="0"/>
        </a:xfrm>
      </p:grpSpPr>
      <p:sp>
        <p:nvSpPr>
          <p:cNvPr id="11" name="Rectangle 10"/>
          <p:cNvSpPr/>
          <p:nvPr userDrawn="1"/>
        </p:nvSpPr>
        <p:spPr>
          <a:xfrm>
            <a:off x="10492" y="3749"/>
            <a:ext cx="12194638" cy="910652"/>
          </a:xfrm>
          <a:prstGeom prst="rect">
            <a:avLst/>
          </a:prstGeom>
          <a:solidFill>
            <a:srgbClr val="7030A0"/>
          </a:solidFill>
          <a:ln w="25400" cap="flat" cmpd="sng" algn="ctr">
            <a:noFill/>
            <a:prstDash val="solid"/>
          </a:ln>
          <a:effectLst/>
        </p:spPr>
        <p:txBody>
          <a:bodyPr lIns="108845" tIns="54423" rIns="108845" bIns="54423" rtlCol="0" anchor="ctr"/>
          <a:lstStyle/>
          <a:p>
            <a:pPr defTabSz="1088452" fontAlgn="auto">
              <a:spcBef>
                <a:spcPts val="0"/>
              </a:spcBef>
              <a:spcAft>
                <a:spcPts val="0"/>
              </a:spcAft>
              <a:defRPr/>
            </a:pPr>
            <a:endParaRPr lang="en-US" sz="2150" kern="0">
              <a:solidFill>
                <a:srgbClr val="90101C"/>
              </a:solidFill>
              <a:latin typeface="Arial"/>
              <a:ea typeface="+mn-ea"/>
              <a:cs typeface="Arial"/>
            </a:endParaRPr>
          </a:p>
        </p:txBody>
      </p:sp>
      <p:sp>
        <p:nvSpPr>
          <p:cNvPr id="13" name="Title 12"/>
          <p:cNvSpPr>
            <a:spLocks noGrp="1"/>
          </p:cNvSpPr>
          <p:nvPr>
            <p:ph type="title"/>
          </p:nvPr>
        </p:nvSpPr>
        <p:spPr>
          <a:xfrm>
            <a:off x="10492" y="6615"/>
            <a:ext cx="12181508" cy="850635"/>
          </a:xfrm>
        </p:spPr>
        <p:txBody>
          <a:bodyPr/>
          <a:lstStyle/>
          <a:p>
            <a:r>
              <a:rPr lang="en-US"/>
              <a:t>Click to edit Master title style</a:t>
            </a:r>
          </a:p>
        </p:txBody>
      </p:sp>
      <p:sp>
        <p:nvSpPr>
          <p:cNvPr id="10" name="Content Placeholder 9"/>
          <p:cNvSpPr>
            <a:spLocks noGrp="1"/>
          </p:cNvSpPr>
          <p:nvPr>
            <p:ph sz="quarter" idx="13"/>
          </p:nvPr>
        </p:nvSpPr>
        <p:spPr>
          <a:xfrm>
            <a:off x="812800" y="1295400"/>
            <a:ext cx="108712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1657924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04BDAAE-7FBE-4429-9D51-3F36C3DFAF43}"/>
              </a:ext>
            </a:extLst>
          </p:cNvPr>
          <p:cNvSpPr>
            <a:spLocks noGrp="1"/>
          </p:cNvSpPr>
          <p:nvPr>
            <p:ph type="title"/>
          </p:nvPr>
        </p:nvSpPr>
        <p:spPr>
          <a:xfrm>
            <a:off x="595235" y="0"/>
            <a:ext cx="10971372" cy="642938"/>
          </a:xfrm>
        </p:spPr>
        <p:txBody>
          <a:bodyPr/>
          <a:lstStyle>
            <a:lvl1pPr>
              <a:defRPr sz="3000">
                <a:latin typeface="Lucida Grande"/>
              </a:defRPr>
            </a:lvl1pPr>
          </a:lstStyle>
          <a:p>
            <a:r>
              <a:rPr lang="en-US"/>
              <a:t>Click to edit Master title style</a:t>
            </a:r>
          </a:p>
        </p:txBody>
      </p:sp>
      <p:sp>
        <p:nvSpPr>
          <p:cNvPr id="3" name="Slide Number Placeholder 4">
            <a:extLst>
              <a:ext uri="{FF2B5EF4-FFF2-40B4-BE49-F238E27FC236}">
                <a16:creationId xmlns:a16="http://schemas.microsoft.com/office/drawing/2014/main" id="{8A07C67E-196B-4C34-AEC9-E48FF2EF2CDB}"/>
              </a:ext>
            </a:extLst>
          </p:cNvPr>
          <p:cNvSpPr>
            <a:spLocks noGrp="1"/>
          </p:cNvSpPr>
          <p:nvPr>
            <p:ph type="sldNum" sz="quarter" idx="10"/>
          </p:nvPr>
        </p:nvSpPr>
        <p:spPr>
          <a:xfrm>
            <a:off x="9280525" y="6482557"/>
            <a:ext cx="2843213" cy="180975"/>
          </a:xfrm>
        </p:spPr>
        <p:txBody>
          <a:bodyPr/>
          <a:lstStyle>
            <a:lvl1pPr>
              <a:defRPr smtClean="0">
                <a:latin typeface="Lucida Grande"/>
              </a:defRPr>
            </a:lvl1pPr>
          </a:lstStyle>
          <a:p>
            <a:pPr>
              <a:defRPr/>
            </a:pPr>
            <a:fld id="{F74C8890-643B-4778-A0E9-F30A0466A612}" type="slidenum">
              <a:rPr lang="en-US"/>
              <a:pPr>
                <a:defRPr/>
              </a:pPr>
              <a:t>‹#›</a:t>
            </a:fld>
            <a:endParaRPr lang="en-US"/>
          </a:p>
        </p:txBody>
      </p:sp>
    </p:spTree>
    <p:extLst>
      <p:ext uri="{BB962C8B-B14F-4D97-AF65-F5344CB8AC3E}">
        <p14:creationId xmlns:p14="http://schemas.microsoft.com/office/powerpoint/2010/main" val="18373426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theme" Target="../theme/theme3.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600202"/>
            <a:ext cx="10972800" cy="4791806"/>
          </a:xfrm>
          <a:prstGeom prst="rect">
            <a:avLst/>
          </a:prstGeom>
        </p:spPr>
        <p:txBody>
          <a:bodyPr vert="horz" lIns="0" tIns="137160" rIns="0" bIns="0" rtlCol="0">
            <a:normAutofit/>
          </a:bodyPr>
          <a:lstStyle/>
          <a:p>
            <a:pPr lvl="0"/>
            <a:r>
              <a:rPr lang="en-US"/>
              <a:t>Paragraph type</a:t>
            </a:r>
          </a:p>
          <a:p>
            <a:pPr lvl="1"/>
            <a:r>
              <a:rPr lang="en-US"/>
              <a:t>Click the “Indent More” button (above) for first-level bullets</a:t>
            </a:r>
          </a:p>
          <a:p>
            <a:pPr lvl="2"/>
            <a:r>
              <a:rPr lang="en-US"/>
              <a:t>Click the “Indent More” button (above) twice for second-level bullets</a:t>
            </a:r>
          </a:p>
          <a:p>
            <a:pPr lvl="3"/>
            <a:r>
              <a:rPr lang="en-US"/>
              <a:t>Click the “Indent More” button (above) three times for third-level bullets</a:t>
            </a:r>
          </a:p>
          <a:p>
            <a:pPr lvl="4"/>
            <a:r>
              <a:rPr lang="en-US"/>
              <a:t>Click the “Indent More” button (above) four times for fourth-level bullets</a:t>
            </a:r>
          </a:p>
        </p:txBody>
      </p:sp>
      <p:sp>
        <p:nvSpPr>
          <p:cNvPr id="2" name="Title Placeholder 1"/>
          <p:cNvSpPr>
            <a:spLocks noGrp="1"/>
          </p:cNvSpPr>
          <p:nvPr>
            <p:ph type="title"/>
          </p:nvPr>
        </p:nvSpPr>
        <p:spPr>
          <a:xfrm>
            <a:off x="609600" y="482138"/>
            <a:ext cx="10972800" cy="1118064"/>
          </a:xfrm>
          <a:prstGeom prst="rect">
            <a:avLst/>
          </a:prstGeom>
        </p:spPr>
        <p:txBody>
          <a:bodyPr vert="horz" lIns="0" tIns="0" rIns="0" bIns="0" rtlCol="0" anchor="ctr">
            <a:normAutofit/>
          </a:bodyPr>
          <a:lstStyle/>
          <a:p>
            <a:r>
              <a:rPr lang="en-US"/>
              <a:t>Master Slide Title</a:t>
            </a:r>
          </a:p>
        </p:txBody>
      </p:sp>
      <p:sp>
        <p:nvSpPr>
          <p:cNvPr id="4" name="TextBox 3">
            <a:extLst>
              <a:ext uri="{FF2B5EF4-FFF2-40B4-BE49-F238E27FC236}">
                <a16:creationId xmlns:a16="http://schemas.microsoft.com/office/drawing/2014/main" id="{8069C718-696D-8C48-95E3-35ACB84AD8D9}"/>
              </a:ext>
            </a:extLst>
          </p:cNvPr>
          <p:cNvSpPr txBox="1"/>
          <p:nvPr userDrawn="1"/>
        </p:nvSpPr>
        <p:spPr>
          <a:xfrm>
            <a:off x="-1" y="6638779"/>
            <a:ext cx="9144000" cy="230832"/>
          </a:xfrm>
          <a:prstGeom prst="rect">
            <a:avLst/>
          </a:prstGeom>
          <a:noFill/>
        </p:spPr>
        <p:txBody>
          <a:bodyPr wrap="square" rtlCol="0">
            <a:spAutoFit/>
          </a:bodyPr>
          <a:lstStyle/>
          <a:p>
            <a:r>
              <a:rPr lang="en-US" sz="900" b="1">
                <a:solidFill>
                  <a:schemeClr val="bg1">
                    <a:lumMod val="75000"/>
                  </a:schemeClr>
                </a:solidFill>
                <a:latin typeface="Arial Black" charset="0"/>
                <a:cs typeface="Arial Black" charset="0"/>
              </a:rPr>
              <a:t>INTERNATIONAL MONETARY FUND</a:t>
            </a:r>
            <a:endParaRPr lang="en-US" sz="900">
              <a:solidFill>
                <a:schemeClr val="bg1">
                  <a:lumMod val="75000"/>
                </a:schemeClr>
              </a:solidFill>
            </a:endParaRPr>
          </a:p>
        </p:txBody>
      </p:sp>
      <p:sp>
        <p:nvSpPr>
          <p:cNvPr id="5" name="TextBox 4">
            <a:extLst>
              <a:ext uri="{FF2B5EF4-FFF2-40B4-BE49-F238E27FC236}">
                <a16:creationId xmlns:a16="http://schemas.microsoft.com/office/drawing/2014/main" id="{00B5D478-FD4A-2240-B032-46F4E3BAB6E8}"/>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accent1"/>
                </a:solidFill>
              </a:rPr>
              <a:pPr algn="r"/>
              <a:t>‹#›</a:t>
            </a:fld>
            <a:endParaRPr lang="en-US" sz="1000">
              <a:solidFill>
                <a:schemeClr val="accent1"/>
              </a:solidFill>
            </a:endParaRPr>
          </a:p>
        </p:txBody>
      </p:sp>
    </p:spTree>
    <p:extLst>
      <p:ext uri="{BB962C8B-B14F-4D97-AF65-F5344CB8AC3E}">
        <p14:creationId xmlns:p14="http://schemas.microsoft.com/office/powerpoint/2010/main" val="3170698866"/>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Lst>
  <p:transition>
    <p:fade/>
  </p:transition>
  <p:hf hdr="0" ftr="0" dt="0"/>
  <p:txStyles>
    <p:titleStyle>
      <a:lvl1pPr algn="l" defTabSz="914314" rtl="0" eaLnBrk="1" latinLnBrk="0" hangingPunct="1">
        <a:lnSpc>
          <a:spcPct val="90000"/>
        </a:lnSpc>
        <a:spcBef>
          <a:spcPct val="0"/>
        </a:spcBef>
        <a:buNone/>
        <a:defRPr sz="3600" b="1" i="0" kern="1200">
          <a:solidFill>
            <a:schemeClr val="tx2"/>
          </a:solidFill>
          <a:latin typeface="Arial Black" panose="020B0604020202020204" pitchFamily="34" charset="0"/>
          <a:ea typeface="+mj-ea"/>
          <a:cs typeface="Arial Black" panose="020B0604020202020204" pitchFamily="34" charset="0"/>
        </a:defRPr>
      </a:lvl1pPr>
    </p:titleStyle>
    <p:bodyStyle>
      <a:lvl1pPr marL="0" indent="0" algn="l" defTabSz="914314" rtl="0" eaLnBrk="1" latinLnBrk="0" hangingPunct="1">
        <a:spcBef>
          <a:spcPts val="2400"/>
        </a:spcBef>
        <a:buClr>
          <a:schemeClr val="accent1"/>
        </a:buClr>
        <a:buSzPct val="110000"/>
        <a:buFont typeface="Wingdings" charset="2"/>
        <a:buNone/>
        <a:tabLst/>
        <a:defRPr sz="2000" kern="1200">
          <a:solidFill>
            <a:schemeClr val="tx1"/>
          </a:solidFill>
          <a:latin typeface="+mn-lt"/>
          <a:ea typeface="+mn-ea"/>
          <a:cs typeface="+mn-cs"/>
        </a:defRPr>
      </a:lvl1pPr>
      <a:lvl2pPr marL="233363" indent="-233363" algn="l" defTabSz="914314" rtl="0" eaLnBrk="1" latinLnBrk="0" hangingPunct="1">
        <a:spcBef>
          <a:spcPts val="600"/>
        </a:spcBef>
        <a:buClr>
          <a:schemeClr val="accent1"/>
        </a:buClr>
        <a:buSzPct val="100000"/>
        <a:buFont typeface="Wingdings" pitchFamily="2" charset="2"/>
        <a:buChar char="§"/>
        <a:tabLst/>
        <a:defRPr sz="2000" kern="1200">
          <a:solidFill>
            <a:schemeClr val="tx1"/>
          </a:solidFill>
          <a:latin typeface="+mn-lt"/>
          <a:ea typeface="+mn-ea"/>
          <a:cs typeface="+mn-cs"/>
        </a:defRPr>
      </a:lvl2pPr>
      <a:lvl3pPr marL="458788" indent="-225425" algn="l" defTabSz="914314" rtl="0" eaLnBrk="1" latinLnBrk="0" hangingPunct="1">
        <a:spcBef>
          <a:spcPts val="600"/>
        </a:spcBef>
        <a:buClr>
          <a:schemeClr val="bg1">
            <a:lumMod val="50000"/>
          </a:schemeClr>
        </a:buClr>
        <a:buSzPct val="65000"/>
        <a:buFont typeface="ArialMT"/>
        <a:buChar char="►"/>
        <a:tabLst/>
        <a:defRPr sz="2000" kern="1200">
          <a:solidFill>
            <a:schemeClr val="tx1"/>
          </a:solidFill>
          <a:latin typeface="+mn-lt"/>
          <a:ea typeface="+mn-ea"/>
          <a:cs typeface="+mn-cs"/>
        </a:defRPr>
      </a:lvl3pPr>
      <a:lvl4pPr marL="692150" indent="-233363" algn="l" defTabSz="914314" rtl="0" eaLnBrk="1" latinLnBrk="0" hangingPunct="1">
        <a:spcBef>
          <a:spcPts val="600"/>
        </a:spcBef>
        <a:buClr>
          <a:schemeClr val="accent1"/>
        </a:buClr>
        <a:buSzPct val="100000"/>
        <a:buFont typeface="LucidaGrande" charset="0"/>
        <a:buChar char="◆"/>
        <a:tabLst/>
        <a:defRPr sz="2000" kern="1200">
          <a:solidFill>
            <a:schemeClr val="tx1"/>
          </a:solidFill>
          <a:latin typeface="+mn-lt"/>
          <a:ea typeface="+mn-ea"/>
          <a:cs typeface="+mn-cs"/>
        </a:defRPr>
      </a:lvl4pPr>
      <a:lvl5pPr marL="917575" indent="-225425" algn="l" defTabSz="914314" rtl="0" eaLnBrk="1" latinLnBrk="0" hangingPunct="1">
        <a:spcBef>
          <a:spcPts val="600"/>
        </a:spcBef>
        <a:buClr>
          <a:schemeClr val="bg1">
            <a:lumMod val="50000"/>
          </a:schemeClr>
        </a:buClr>
        <a:buFont typeface=".HelveticaNeueDeskInterface-Regular"/>
        <a:buChar char="●"/>
        <a:tabLst/>
        <a:defRPr sz="2000" kern="1200">
          <a:solidFill>
            <a:schemeClr val="tx1"/>
          </a:solidFill>
          <a:latin typeface="+mn-lt"/>
          <a:ea typeface="+mn-ea"/>
          <a:cs typeface="+mn-cs"/>
        </a:defRPr>
      </a:lvl5pPr>
      <a:lvl6pPr marL="2514364"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522"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79"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35"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14" rtl="0" eaLnBrk="1" latinLnBrk="0" hangingPunct="1">
        <a:defRPr sz="1800" kern="1200">
          <a:solidFill>
            <a:schemeClr val="tx1"/>
          </a:solidFill>
          <a:latin typeface="+mn-lt"/>
          <a:ea typeface="+mn-ea"/>
          <a:cs typeface="+mn-cs"/>
        </a:defRPr>
      </a:lvl1pPr>
      <a:lvl2pPr marL="457157" algn="l" defTabSz="914314" rtl="0" eaLnBrk="1" latinLnBrk="0" hangingPunct="1">
        <a:defRPr sz="1800" kern="1200">
          <a:solidFill>
            <a:schemeClr val="tx1"/>
          </a:solidFill>
          <a:latin typeface="+mn-lt"/>
          <a:ea typeface="+mn-ea"/>
          <a:cs typeface="+mn-cs"/>
        </a:defRPr>
      </a:lvl2pPr>
      <a:lvl3pPr marL="914314" algn="l" defTabSz="914314" rtl="0" eaLnBrk="1" latinLnBrk="0" hangingPunct="1">
        <a:defRPr sz="1800" kern="1200">
          <a:solidFill>
            <a:schemeClr val="tx1"/>
          </a:solidFill>
          <a:latin typeface="+mn-lt"/>
          <a:ea typeface="+mn-ea"/>
          <a:cs typeface="+mn-cs"/>
        </a:defRPr>
      </a:lvl3pPr>
      <a:lvl4pPr marL="1371472" algn="l" defTabSz="914314" rtl="0" eaLnBrk="1" latinLnBrk="0" hangingPunct="1">
        <a:defRPr sz="1800" kern="1200">
          <a:solidFill>
            <a:schemeClr val="tx1"/>
          </a:solidFill>
          <a:latin typeface="+mn-lt"/>
          <a:ea typeface="+mn-ea"/>
          <a:cs typeface="+mn-cs"/>
        </a:defRPr>
      </a:lvl4pPr>
      <a:lvl5pPr marL="1828628" algn="l" defTabSz="914314" rtl="0" eaLnBrk="1" latinLnBrk="0" hangingPunct="1">
        <a:defRPr sz="1800" kern="1200">
          <a:solidFill>
            <a:schemeClr val="tx1"/>
          </a:solidFill>
          <a:latin typeface="+mn-lt"/>
          <a:ea typeface="+mn-ea"/>
          <a:cs typeface="+mn-cs"/>
        </a:defRPr>
      </a:lvl5pPr>
      <a:lvl6pPr marL="2285785" algn="l" defTabSz="914314" rtl="0" eaLnBrk="1" latinLnBrk="0" hangingPunct="1">
        <a:defRPr sz="1800" kern="1200">
          <a:solidFill>
            <a:schemeClr val="tx1"/>
          </a:solidFill>
          <a:latin typeface="+mn-lt"/>
          <a:ea typeface="+mn-ea"/>
          <a:cs typeface="+mn-cs"/>
        </a:defRPr>
      </a:lvl6pPr>
      <a:lvl7pPr marL="2742942" algn="l" defTabSz="914314" rtl="0" eaLnBrk="1" latinLnBrk="0" hangingPunct="1">
        <a:defRPr sz="1800" kern="1200">
          <a:solidFill>
            <a:schemeClr val="tx1"/>
          </a:solidFill>
          <a:latin typeface="+mn-lt"/>
          <a:ea typeface="+mn-ea"/>
          <a:cs typeface="+mn-cs"/>
        </a:defRPr>
      </a:lvl7pPr>
      <a:lvl8pPr marL="3200100" algn="l" defTabSz="914314" rtl="0" eaLnBrk="1" latinLnBrk="0" hangingPunct="1">
        <a:defRPr sz="1800" kern="1200">
          <a:solidFill>
            <a:schemeClr val="tx1"/>
          </a:solidFill>
          <a:latin typeface="+mn-lt"/>
          <a:ea typeface="+mn-ea"/>
          <a:cs typeface="+mn-cs"/>
        </a:defRPr>
      </a:lvl8pPr>
      <a:lvl9pPr marL="3657257" algn="l" defTabSz="914314"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ext Placeholder 2"/>
          <p:cNvSpPr>
            <a:spLocks noGrp="1"/>
          </p:cNvSpPr>
          <p:nvPr>
            <p:ph type="body" idx="1"/>
          </p:nvPr>
        </p:nvSpPr>
        <p:spPr bwMode="auto">
          <a:xfrm>
            <a:off x="610315" y="857250"/>
            <a:ext cx="10971371" cy="5357813"/>
          </a:xfrm>
          <a:prstGeom prst="rect">
            <a:avLst/>
          </a:prstGeom>
          <a:noFill/>
          <a:ln w="9525">
            <a:noFill/>
            <a:miter lim="800000"/>
            <a:headEnd/>
            <a:tailEnd/>
          </a:ln>
        </p:spPr>
        <p:txBody>
          <a:bodyPr vert="horz" wrap="square" lIns="153089" tIns="76544" rIns="153089" bIns="76544"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80158" y="6215063"/>
            <a:ext cx="2843636" cy="203994"/>
          </a:xfrm>
          <a:prstGeom prst="rect">
            <a:avLst/>
          </a:prstGeom>
        </p:spPr>
        <p:txBody>
          <a:bodyPr vert="horz" lIns="153089" tIns="76544" rIns="153089" bIns="76544" rtlCol="0" anchor="ctr"/>
          <a:lstStyle>
            <a:lvl1pPr algn="l">
              <a:defRPr sz="1000">
                <a:solidFill>
                  <a:schemeClr val="tx1">
                    <a:tint val="75000"/>
                  </a:schemeClr>
                </a:solidFill>
                <a:latin typeface="Gill Sans" charset="0"/>
                <a:ea typeface="ヒラギノ角ゴ ProN W3" charset="0"/>
                <a:cs typeface="ヒラギノ角ゴ ProN W3" charset="0"/>
                <a:sym typeface="Gill Sans" charset="0"/>
              </a:defRPr>
            </a:lvl1pPr>
          </a:lstStyle>
          <a:p>
            <a:pPr>
              <a:defRPr/>
            </a:pPr>
            <a:endParaRPr lang="en-US"/>
          </a:p>
        </p:txBody>
      </p:sp>
      <p:sp>
        <p:nvSpPr>
          <p:cNvPr id="5" name="Footer Placeholder 4"/>
          <p:cNvSpPr>
            <a:spLocks noGrp="1"/>
          </p:cNvSpPr>
          <p:nvPr>
            <p:ph type="ftr" sz="quarter" idx="3"/>
          </p:nvPr>
        </p:nvSpPr>
        <p:spPr>
          <a:xfrm>
            <a:off x="4238867" y="6215063"/>
            <a:ext cx="3860297" cy="214313"/>
          </a:xfrm>
          <a:prstGeom prst="rect">
            <a:avLst/>
          </a:prstGeom>
        </p:spPr>
        <p:txBody>
          <a:bodyPr vert="horz" lIns="153089" tIns="76544" rIns="153089" bIns="76544" rtlCol="0" anchor="ctr"/>
          <a:lstStyle>
            <a:lvl1pPr algn="ctr">
              <a:defRPr sz="1000">
                <a:solidFill>
                  <a:schemeClr val="tx1">
                    <a:tint val="75000"/>
                  </a:schemeClr>
                </a:solidFill>
                <a:latin typeface="Gill Sans" charset="0"/>
                <a:ea typeface="ヒラギノ角ゴ ProN W3" charset="0"/>
                <a:cs typeface="ヒラギノ角ゴ ProN W3" charset="0"/>
                <a:sym typeface="Gill Sans" charset="0"/>
              </a:defRPr>
            </a:lvl1pPr>
          </a:lstStyle>
          <a:p>
            <a:pPr>
              <a:defRPr/>
            </a:pPr>
            <a:endParaRPr lang="en-US"/>
          </a:p>
        </p:txBody>
      </p:sp>
      <p:sp>
        <p:nvSpPr>
          <p:cNvPr id="6" name="Slide Number Placeholder 5"/>
          <p:cNvSpPr>
            <a:spLocks noGrp="1"/>
          </p:cNvSpPr>
          <p:nvPr>
            <p:ph type="sldNum" sz="quarter" idx="4"/>
          </p:nvPr>
        </p:nvSpPr>
        <p:spPr>
          <a:xfrm>
            <a:off x="9168207" y="6215063"/>
            <a:ext cx="2843636" cy="180975"/>
          </a:xfrm>
          <a:prstGeom prst="rect">
            <a:avLst/>
          </a:prstGeom>
        </p:spPr>
        <p:txBody>
          <a:bodyPr vert="horz" lIns="153089" tIns="76544" rIns="153089" bIns="76544" rtlCol="0" anchor="ctr"/>
          <a:lstStyle>
            <a:lvl1pPr algn="r">
              <a:defRPr sz="1000">
                <a:solidFill>
                  <a:schemeClr val="tx1">
                    <a:tint val="75000"/>
                  </a:schemeClr>
                </a:solidFill>
                <a:latin typeface="Gill Sans" charset="0"/>
                <a:ea typeface="ヒラギノ角ゴ ProN W3" charset="0"/>
                <a:cs typeface="ヒラギノ角ゴ ProN W3" charset="0"/>
                <a:sym typeface="Gill Sans" charset="0"/>
              </a:defRPr>
            </a:lvl1pPr>
          </a:lstStyle>
          <a:p>
            <a:pPr>
              <a:defRPr/>
            </a:pPr>
            <a:fld id="{C496CDDF-CEDB-4712-B4BB-200E5C27B84A}" type="slidenum">
              <a:rPr lang="en-US"/>
              <a:pPr>
                <a:defRPr/>
              </a:pPr>
              <a:t>‹#›</a:t>
            </a:fld>
            <a:endParaRPr lang="en-US"/>
          </a:p>
        </p:txBody>
      </p:sp>
      <p:sp>
        <p:nvSpPr>
          <p:cNvPr id="1032" name="Title Placeholder 1"/>
          <p:cNvSpPr>
            <a:spLocks noGrp="1"/>
          </p:cNvSpPr>
          <p:nvPr>
            <p:ph type="title"/>
          </p:nvPr>
        </p:nvSpPr>
        <p:spPr bwMode="auto">
          <a:xfrm>
            <a:off x="595235" y="170656"/>
            <a:ext cx="10971371" cy="642938"/>
          </a:xfrm>
          <a:prstGeom prst="rect">
            <a:avLst/>
          </a:prstGeom>
          <a:noFill/>
          <a:ln w="9525">
            <a:noFill/>
            <a:miter lim="800000"/>
            <a:headEnd/>
            <a:tailEnd/>
          </a:ln>
        </p:spPr>
        <p:txBody>
          <a:bodyPr vert="horz" wrap="square" lIns="153089" tIns="76544" rIns="153089" bIns="76544" numCol="1" anchor="ctr" anchorCtr="0" compatLnSpc="1">
            <a:prstTxWarp prst="textNoShape">
              <a:avLst/>
            </a:prstTxWarp>
          </a:bodyPr>
          <a:lstStyle/>
          <a:p>
            <a:pPr lvl="0"/>
            <a:r>
              <a:rPr lang="en-US"/>
              <a:t>Click to edit Master title style</a:t>
            </a:r>
          </a:p>
        </p:txBody>
      </p:sp>
      <p:grpSp>
        <p:nvGrpSpPr>
          <p:cNvPr id="25" name="Group 18"/>
          <p:cNvGrpSpPr>
            <a:grpSpLocks/>
          </p:cNvGrpSpPr>
          <p:nvPr userDrawn="1"/>
        </p:nvGrpSpPr>
        <p:grpSpPr bwMode="auto">
          <a:xfrm>
            <a:off x="0" y="0"/>
            <a:ext cx="12192000" cy="170657"/>
            <a:chOff x="0" y="0"/>
            <a:chExt cx="8640" cy="80"/>
          </a:xfrm>
        </p:grpSpPr>
        <p:sp>
          <p:nvSpPr>
            <p:cNvPr id="26" name="Rectangle 16"/>
            <p:cNvSpPr>
              <a:spLocks/>
            </p:cNvSpPr>
            <p:nvPr/>
          </p:nvSpPr>
          <p:spPr bwMode="auto">
            <a:xfrm>
              <a:off x="0" y="0"/>
              <a:ext cx="8640" cy="80"/>
            </a:xfrm>
            <a:prstGeom prst="rect">
              <a:avLst/>
            </a:prstGeom>
            <a:solidFill>
              <a:schemeClr val="accent1"/>
            </a:solidFill>
            <a:ln w="9525" cap="flat">
              <a:noFill/>
              <a:miter lim="800000"/>
              <a:headEnd type="none" w="med" len="med"/>
              <a:tailEnd type="none" w="med" len="med"/>
            </a:ln>
          </p:spPr>
          <p:txBody>
            <a:bodyPr lIns="0" tIns="0" rIns="0" bIns="0"/>
            <a:lstStyle/>
            <a:p>
              <a:pPr algn="ctr">
                <a:defRPr/>
              </a:pPr>
              <a:endParaRPr lang="en-US" sz="900">
                <a:latin typeface="Gill Sans" charset="0"/>
                <a:ea typeface="ヒラギノ角ゴ ProN W3" charset="0"/>
                <a:cs typeface="ヒラギノ角ゴ ProN W3" charset="0"/>
                <a:sym typeface="Gill Sans" charset="0"/>
              </a:endParaRPr>
            </a:p>
          </p:txBody>
        </p:sp>
        <p:pic>
          <p:nvPicPr>
            <p:cNvPr id="27" name="Picture 17"/>
            <p:cNvPicPr>
              <a:picLocks noChangeArrowheads="1"/>
            </p:cNvPicPr>
            <p:nvPr/>
          </p:nvPicPr>
          <p:blipFill>
            <a:blip r:embed="rId4" cstate="print"/>
            <a:srcRect t="17056" b="54515"/>
            <a:stretch>
              <a:fillRect/>
            </a:stretch>
          </p:blipFill>
          <p:spPr bwMode="auto">
            <a:xfrm>
              <a:off x="0" y="0"/>
              <a:ext cx="8639" cy="80"/>
            </a:xfrm>
            <a:prstGeom prst="rect">
              <a:avLst/>
            </a:prstGeom>
            <a:noFill/>
            <a:ln w="9525">
              <a:noFill/>
              <a:miter lim="800000"/>
              <a:headEnd/>
              <a:tailEnd/>
            </a:ln>
          </p:spPr>
        </p:pic>
      </p:grpSp>
      <p:grpSp>
        <p:nvGrpSpPr>
          <p:cNvPr id="19" name="Group 18"/>
          <p:cNvGrpSpPr>
            <a:grpSpLocks/>
          </p:cNvGrpSpPr>
          <p:nvPr userDrawn="1"/>
        </p:nvGrpSpPr>
        <p:grpSpPr bwMode="auto">
          <a:xfrm>
            <a:off x="794" y="6750844"/>
            <a:ext cx="12192000" cy="107157"/>
            <a:chOff x="0" y="0"/>
            <a:chExt cx="8640" cy="80"/>
          </a:xfrm>
        </p:grpSpPr>
        <p:sp>
          <p:nvSpPr>
            <p:cNvPr id="20" name="Rectangle 16"/>
            <p:cNvSpPr>
              <a:spLocks/>
            </p:cNvSpPr>
            <p:nvPr/>
          </p:nvSpPr>
          <p:spPr bwMode="auto">
            <a:xfrm>
              <a:off x="0" y="0"/>
              <a:ext cx="8640" cy="80"/>
            </a:xfrm>
            <a:prstGeom prst="rect">
              <a:avLst/>
            </a:prstGeom>
            <a:solidFill>
              <a:schemeClr val="accent1"/>
            </a:solidFill>
            <a:ln w="9525" cap="flat">
              <a:noFill/>
              <a:miter lim="800000"/>
              <a:headEnd type="none" w="med" len="med"/>
              <a:tailEnd type="none" w="med" len="med"/>
            </a:ln>
          </p:spPr>
          <p:txBody>
            <a:bodyPr lIns="0" tIns="0" rIns="0" bIns="0"/>
            <a:lstStyle/>
            <a:p>
              <a:pPr algn="ctr">
                <a:defRPr/>
              </a:pPr>
              <a:endParaRPr lang="en-US" sz="900">
                <a:latin typeface="Gill Sans" charset="0"/>
                <a:ea typeface="ヒラギノ角ゴ ProN W3" charset="0"/>
                <a:cs typeface="ヒラギノ角ゴ ProN W3" charset="0"/>
                <a:sym typeface="Gill Sans" charset="0"/>
              </a:endParaRPr>
            </a:p>
          </p:txBody>
        </p:sp>
        <p:pic>
          <p:nvPicPr>
            <p:cNvPr id="21" name="Picture 17"/>
            <p:cNvPicPr>
              <a:picLocks noChangeArrowheads="1"/>
            </p:cNvPicPr>
            <p:nvPr/>
          </p:nvPicPr>
          <p:blipFill>
            <a:blip r:embed="rId4" cstate="print"/>
            <a:srcRect t="17056" b="54515"/>
            <a:stretch>
              <a:fillRect/>
            </a:stretch>
          </p:blipFill>
          <p:spPr bwMode="auto">
            <a:xfrm>
              <a:off x="0" y="0"/>
              <a:ext cx="8639" cy="80"/>
            </a:xfrm>
            <a:prstGeom prst="rect">
              <a:avLst/>
            </a:prstGeom>
            <a:noFill/>
            <a:ln w="9525">
              <a:noFill/>
              <a:miter lim="800000"/>
              <a:headEnd/>
              <a:tailEnd/>
            </a:ln>
          </p:spPr>
        </p:pic>
      </p:grpSp>
      <p:grpSp>
        <p:nvGrpSpPr>
          <p:cNvPr id="38" name="Group 15"/>
          <p:cNvGrpSpPr>
            <a:grpSpLocks/>
          </p:cNvGrpSpPr>
          <p:nvPr userDrawn="1"/>
        </p:nvGrpSpPr>
        <p:grpSpPr bwMode="auto">
          <a:xfrm>
            <a:off x="0" y="127000"/>
            <a:ext cx="12192000" cy="623094"/>
            <a:chOff x="0" y="0"/>
            <a:chExt cx="8192" cy="800"/>
          </a:xfrm>
        </p:grpSpPr>
        <p:sp>
          <p:nvSpPr>
            <p:cNvPr id="39" name="Rectangle 13"/>
            <p:cNvSpPr>
              <a:spLocks/>
            </p:cNvSpPr>
            <p:nvPr/>
          </p:nvSpPr>
          <p:spPr bwMode="auto">
            <a:xfrm>
              <a:off x="0" y="0"/>
              <a:ext cx="8192" cy="800"/>
            </a:xfrm>
            <a:prstGeom prst="rect">
              <a:avLst/>
            </a:prstGeom>
            <a:solidFill>
              <a:schemeClr val="accent1"/>
            </a:solidFill>
            <a:ln w="9525" cap="flat">
              <a:noFill/>
              <a:miter lim="800000"/>
              <a:headEnd type="none" w="med" len="med"/>
              <a:tailEnd type="none" w="med" len="med"/>
            </a:ln>
          </p:spPr>
          <p:txBody>
            <a:bodyPr lIns="0" tIns="0" rIns="0" bIns="0"/>
            <a:lstStyle/>
            <a:p>
              <a:pPr algn="ctr">
                <a:defRPr/>
              </a:pPr>
              <a:endParaRPr lang="en-US" sz="900">
                <a:latin typeface="Gill Sans" charset="0"/>
                <a:ea typeface="ヒラギノ角ゴ ProN W3" charset="0"/>
                <a:cs typeface="ヒラギノ角ゴ ProN W3" charset="0"/>
                <a:sym typeface="Gill Sans" charset="0"/>
              </a:endParaRPr>
            </a:p>
          </p:txBody>
        </p:sp>
        <p:pic>
          <p:nvPicPr>
            <p:cNvPr id="40" name="Picture 14"/>
            <p:cNvPicPr>
              <a:picLocks noChangeArrowheads="1"/>
            </p:cNvPicPr>
            <p:nvPr/>
          </p:nvPicPr>
          <p:blipFill>
            <a:blip r:embed="rId4" cstate="print"/>
            <a:srcRect t="71068"/>
            <a:stretch>
              <a:fillRect/>
            </a:stretch>
          </p:blipFill>
          <p:spPr bwMode="auto">
            <a:xfrm>
              <a:off x="0" y="0"/>
              <a:ext cx="8191" cy="799"/>
            </a:xfrm>
            <a:prstGeom prst="rect">
              <a:avLst/>
            </a:prstGeom>
            <a:noFill/>
            <a:ln w="9525">
              <a:noFill/>
              <a:miter lim="800000"/>
              <a:headEnd/>
              <a:tailEnd/>
            </a:ln>
          </p:spPr>
        </p:pic>
      </p:grpSp>
    </p:spTree>
    <p:extLst>
      <p:ext uri="{BB962C8B-B14F-4D97-AF65-F5344CB8AC3E}">
        <p14:creationId xmlns:p14="http://schemas.microsoft.com/office/powerpoint/2010/main" val="639039930"/>
      </p:ext>
    </p:extLst>
  </p:cSld>
  <p:clrMap bg1="lt1" tx1="dk1" bg2="lt2" tx2="dk2" accent1="accent1" accent2="accent2" accent3="accent3" accent4="accent4" accent5="accent5" accent6="accent6" hlink="hlink" folHlink="folHlink"/>
  <p:sldLayoutIdLst>
    <p:sldLayoutId id="2147483678" r:id="rId1"/>
    <p:sldLayoutId id="2147483679" r:id="rId2"/>
  </p:sldLayoutIdLst>
  <p:hf hdr="0" ftr="0" dt="0"/>
  <p:txStyles>
    <p:titleStyle>
      <a:lvl1pPr algn="ctr" defTabSz="765022" rtl="0" eaLnBrk="0" fontAlgn="base" hangingPunct="0">
        <a:spcBef>
          <a:spcPct val="0"/>
        </a:spcBef>
        <a:spcAft>
          <a:spcPct val="0"/>
        </a:spcAft>
        <a:defRPr sz="4499" b="1" kern="1200">
          <a:solidFill>
            <a:schemeClr val="bg1"/>
          </a:solidFill>
          <a:latin typeface="+mj-lt"/>
          <a:ea typeface="+mj-ea"/>
          <a:cs typeface="+mj-cs"/>
        </a:defRPr>
      </a:lvl1pPr>
      <a:lvl2pPr algn="ctr" defTabSz="765022" rtl="0" eaLnBrk="0" fontAlgn="base" hangingPunct="0">
        <a:spcBef>
          <a:spcPct val="0"/>
        </a:spcBef>
        <a:spcAft>
          <a:spcPct val="0"/>
        </a:spcAft>
        <a:defRPr sz="4499" b="1">
          <a:solidFill>
            <a:schemeClr val="bg1"/>
          </a:solidFill>
          <a:latin typeface="Lucida Sans Unicode" pitchFamily="34" charset="0"/>
        </a:defRPr>
      </a:lvl2pPr>
      <a:lvl3pPr algn="ctr" defTabSz="765022" rtl="0" eaLnBrk="0" fontAlgn="base" hangingPunct="0">
        <a:spcBef>
          <a:spcPct val="0"/>
        </a:spcBef>
        <a:spcAft>
          <a:spcPct val="0"/>
        </a:spcAft>
        <a:defRPr sz="4499" b="1">
          <a:solidFill>
            <a:schemeClr val="bg1"/>
          </a:solidFill>
          <a:latin typeface="Lucida Sans Unicode" pitchFamily="34" charset="0"/>
        </a:defRPr>
      </a:lvl3pPr>
      <a:lvl4pPr algn="ctr" defTabSz="765022" rtl="0" eaLnBrk="0" fontAlgn="base" hangingPunct="0">
        <a:spcBef>
          <a:spcPct val="0"/>
        </a:spcBef>
        <a:spcAft>
          <a:spcPct val="0"/>
        </a:spcAft>
        <a:defRPr sz="4499" b="1">
          <a:solidFill>
            <a:schemeClr val="bg1"/>
          </a:solidFill>
          <a:latin typeface="Lucida Sans Unicode" pitchFamily="34" charset="0"/>
        </a:defRPr>
      </a:lvl4pPr>
      <a:lvl5pPr algn="ctr" defTabSz="765022" rtl="0" eaLnBrk="0" fontAlgn="base" hangingPunct="0">
        <a:spcBef>
          <a:spcPct val="0"/>
        </a:spcBef>
        <a:spcAft>
          <a:spcPct val="0"/>
        </a:spcAft>
        <a:defRPr sz="4499" b="1">
          <a:solidFill>
            <a:schemeClr val="bg1"/>
          </a:solidFill>
          <a:latin typeface="Lucida Sans Unicode" pitchFamily="34" charset="0"/>
        </a:defRPr>
      </a:lvl5pPr>
      <a:lvl6pPr marL="228554" algn="ctr" defTabSz="765022" rtl="0" fontAlgn="base">
        <a:spcBef>
          <a:spcPct val="0"/>
        </a:spcBef>
        <a:spcAft>
          <a:spcPct val="0"/>
        </a:spcAft>
        <a:defRPr sz="4499" b="1">
          <a:solidFill>
            <a:schemeClr val="bg1"/>
          </a:solidFill>
          <a:latin typeface="Lucida Sans Unicode" pitchFamily="34" charset="0"/>
        </a:defRPr>
      </a:lvl6pPr>
      <a:lvl7pPr marL="457109" algn="ctr" defTabSz="765022" rtl="0" fontAlgn="base">
        <a:spcBef>
          <a:spcPct val="0"/>
        </a:spcBef>
        <a:spcAft>
          <a:spcPct val="0"/>
        </a:spcAft>
        <a:defRPr sz="4499" b="1">
          <a:solidFill>
            <a:schemeClr val="bg1"/>
          </a:solidFill>
          <a:latin typeface="Lucida Sans Unicode" pitchFamily="34" charset="0"/>
        </a:defRPr>
      </a:lvl7pPr>
      <a:lvl8pPr marL="685663" algn="ctr" defTabSz="765022" rtl="0" fontAlgn="base">
        <a:spcBef>
          <a:spcPct val="0"/>
        </a:spcBef>
        <a:spcAft>
          <a:spcPct val="0"/>
        </a:spcAft>
        <a:defRPr sz="4499" b="1">
          <a:solidFill>
            <a:schemeClr val="bg1"/>
          </a:solidFill>
          <a:latin typeface="Lucida Sans Unicode" pitchFamily="34" charset="0"/>
        </a:defRPr>
      </a:lvl8pPr>
      <a:lvl9pPr marL="914217" algn="ctr" defTabSz="765022" rtl="0" fontAlgn="base">
        <a:spcBef>
          <a:spcPct val="0"/>
        </a:spcBef>
        <a:spcAft>
          <a:spcPct val="0"/>
        </a:spcAft>
        <a:defRPr sz="4499" b="1">
          <a:solidFill>
            <a:schemeClr val="bg1"/>
          </a:solidFill>
          <a:latin typeface="Lucida Sans Unicode" pitchFamily="34" charset="0"/>
        </a:defRPr>
      </a:lvl9pPr>
    </p:titleStyle>
    <p:bodyStyle>
      <a:lvl1pPr marL="286487" indent="-286487" algn="l" defTabSz="765022" rtl="0" eaLnBrk="0" fontAlgn="base" hangingPunct="0">
        <a:spcBef>
          <a:spcPct val="20000"/>
        </a:spcBef>
        <a:spcAft>
          <a:spcPct val="0"/>
        </a:spcAft>
        <a:buFont typeface="Arial" pitchFamily="34" charset="0"/>
        <a:buChar char="•"/>
        <a:defRPr sz="2699" kern="1200">
          <a:solidFill>
            <a:schemeClr val="tx1"/>
          </a:solidFill>
          <a:latin typeface="+mn-lt"/>
          <a:ea typeface="+mn-ea"/>
          <a:cs typeface="+mn-cs"/>
        </a:defRPr>
      </a:lvl1pPr>
      <a:lvl2pPr marL="621382" indent="-238871" algn="l" defTabSz="765022" rtl="0" eaLnBrk="0" fontAlgn="base" hangingPunct="0">
        <a:spcBef>
          <a:spcPct val="20000"/>
        </a:spcBef>
        <a:spcAft>
          <a:spcPct val="0"/>
        </a:spcAft>
        <a:buFont typeface="Arial" pitchFamily="34" charset="0"/>
        <a:buChar char="–"/>
        <a:defRPr sz="2350" kern="1200">
          <a:solidFill>
            <a:schemeClr val="tx1"/>
          </a:solidFill>
          <a:latin typeface="+mn-lt"/>
          <a:ea typeface="+mn-ea"/>
          <a:cs typeface="+mn-cs"/>
        </a:defRPr>
      </a:lvl2pPr>
      <a:lvl3pPr marL="956278" indent="-191256" algn="l" defTabSz="765022"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3pPr>
      <a:lvl4pPr marL="1338789" indent="-191256" algn="l" defTabSz="765022" rtl="0" eaLnBrk="0" fontAlgn="base" hangingPunct="0">
        <a:spcBef>
          <a:spcPct val="20000"/>
        </a:spcBef>
        <a:spcAft>
          <a:spcPct val="0"/>
        </a:spcAft>
        <a:buFont typeface="Arial" pitchFamily="34" charset="0"/>
        <a:buChar char="–"/>
        <a:defRPr sz="1650" kern="1200">
          <a:solidFill>
            <a:schemeClr val="tx1"/>
          </a:solidFill>
          <a:latin typeface="+mn-lt"/>
          <a:ea typeface="+mn-ea"/>
          <a:cs typeface="+mn-cs"/>
        </a:defRPr>
      </a:lvl4pPr>
      <a:lvl5pPr marL="1721300" indent="-191256" algn="l" defTabSz="765022" rtl="0" eaLnBrk="0" fontAlgn="base" hangingPunct="0">
        <a:spcBef>
          <a:spcPct val="20000"/>
        </a:spcBef>
        <a:spcAft>
          <a:spcPct val="0"/>
        </a:spcAft>
        <a:buFont typeface="Arial" pitchFamily="34" charset="0"/>
        <a:buChar char="»"/>
        <a:defRPr sz="1650" kern="1200">
          <a:solidFill>
            <a:schemeClr val="tx1"/>
          </a:solidFill>
          <a:latin typeface="+mn-lt"/>
          <a:ea typeface="+mn-ea"/>
          <a:cs typeface="+mn-cs"/>
        </a:defRPr>
      </a:lvl5pPr>
      <a:lvl6pPr marL="2104551" indent="-191323" algn="l" defTabSz="765291" rtl="0" eaLnBrk="1" latinLnBrk="0" hangingPunct="1">
        <a:spcBef>
          <a:spcPct val="20000"/>
        </a:spcBef>
        <a:buFont typeface="Arial" pitchFamily="34" charset="0"/>
        <a:buChar char="•"/>
        <a:defRPr sz="1650" kern="1200">
          <a:solidFill>
            <a:schemeClr val="tx1"/>
          </a:solidFill>
          <a:latin typeface="+mn-lt"/>
          <a:ea typeface="+mn-ea"/>
          <a:cs typeface="+mn-cs"/>
        </a:defRPr>
      </a:lvl6pPr>
      <a:lvl7pPr marL="2487196" indent="-191323" algn="l" defTabSz="765291" rtl="0" eaLnBrk="1" latinLnBrk="0" hangingPunct="1">
        <a:spcBef>
          <a:spcPct val="20000"/>
        </a:spcBef>
        <a:buFont typeface="Arial" pitchFamily="34" charset="0"/>
        <a:buChar char="•"/>
        <a:defRPr sz="1650" kern="1200">
          <a:solidFill>
            <a:schemeClr val="tx1"/>
          </a:solidFill>
          <a:latin typeface="+mn-lt"/>
          <a:ea typeface="+mn-ea"/>
          <a:cs typeface="+mn-cs"/>
        </a:defRPr>
      </a:lvl7pPr>
      <a:lvl8pPr marL="2869842" indent="-191323" algn="l" defTabSz="765291" rtl="0" eaLnBrk="1" latinLnBrk="0" hangingPunct="1">
        <a:spcBef>
          <a:spcPct val="20000"/>
        </a:spcBef>
        <a:buFont typeface="Arial" pitchFamily="34" charset="0"/>
        <a:buChar char="•"/>
        <a:defRPr sz="1650" kern="1200">
          <a:solidFill>
            <a:schemeClr val="tx1"/>
          </a:solidFill>
          <a:latin typeface="+mn-lt"/>
          <a:ea typeface="+mn-ea"/>
          <a:cs typeface="+mn-cs"/>
        </a:defRPr>
      </a:lvl8pPr>
      <a:lvl9pPr marL="3252487" indent="-191323" algn="l" defTabSz="765291" rtl="0" eaLnBrk="1" latinLnBrk="0" hangingPunct="1">
        <a:spcBef>
          <a:spcPct val="20000"/>
        </a:spcBef>
        <a:buFont typeface="Arial" pitchFamily="34" charset="0"/>
        <a:buChar char="•"/>
        <a:defRPr sz="1650" kern="1200">
          <a:solidFill>
            <a:schemeClr val="tx1"/>
          </a:solidFill>
          <a:latin typeface="+mn-lt"/>
          <a:ea typeface="+mn-ea"/>
          <a:cs typeface="+mn-cs"/>
        </a:defRPr>
      </a:lvl9pPr>
    </p:bodyStyle>
    <p:otherStyle>
      <a:defPPr>
        <a:defRPr lang="en-US"/>
      </a:defPPr>
      <a:lvl1pPr marL="0" algn="l" defTabSz="765291" rtl="0" eaLnBrk="1" latinLnBrk="0" hangingPunct="1">
        <a:defRPr sz="1500" kern="1200">
          <a:solidFill>
            <a:schemeClr val="tx1"/>
          </a:solidFill>
          <a:latin typeface="+mn-lt"/>
          <a:ea typeface="+mn-ea"/>
          <a:cs typeface="+mn-cs"/>
        </a:defRPr>
      </a:lvl1pPr>
      <a:lvl2pPr marL="382645" algn="l" defTabSz="765291" rtl="0" eaLnBrk="1" latinLnBrk="0" hangingPunct="1">
        <a:defRPr sz="1500" kern="1200">
          <a:solidFill>
            <a:schemeClr val="tx1"/>
          </a:solidFill>
          <a:latin typeface="+mn-lt"/>
          <a:ea typeface="+mn-ea"/>
          <a:cs typeface="+mn-cs"/>
        </a:defRPr>
      </a:lvl2pPr>
      <a:lvl3pPr marL="765291" algn="l" defTabSz="765291" rtl="0" eaLnBrk="1" latinLnBrk="0" hangingPunct="1">
        <a:defRPr sz="1500" kern="1200">
          <a:solidFill>
            <a:schemeClr val="tx1"/>
          </a:solidFill>
          <a:latin typeface="+mn-lt"/>
          <a:ea typeface="+mn-ea"/>
          <a:cs typeface="+mn-cs"/>
        </a:defRPr>
      </a:lvl3pPr>
      <a:lvl4pPr marL="1147937" algn="l" defTabSz="765291" rtl="0" eaLnBrk="1" latinLnBrk="0" hangingPunct="1">
        <a:defRPr sz="1500" kern="1200">
          <a:solidFill>
            <a:schemeClr val="tx1"/>
          </a:solidFill>
          <a:latin typeface="+mn-lt"/>
          <a:ea typeface="+mn-ea"/>
          <a:cs typeface="+mn-cs"/>
        </a:defRPr>
      </a:lvl4pPr>
      <a:lvl5pPr marL="1530582" algn="l" defTabSz="765291" rtl="0" eaLnBrk="1" latinLnBrk="0" hangingPunct="1">
        <a:defRPr sz="1500" kern="1200">
          <a:solidFill>
            <a:schemeClr val="tx1"/>
          </a:solidFill>
          <a:latin typeface="+mn-lt"/>
          <a:ea typeface="+mn-ea"/>
          <a:cs typeface="+mn-cs"/>
        </a:defRPr>
      </a:lvl5pPr>
      <a:lvl6pPr marL="1913228" algn="l" defTabSz="765291" rtl="0" eaLnBrk="1" latinLnBrk="0" hangingPunct="1">
        <a:defRPr sz="1500" kern="1200">
          <a:solidFill>
            <a:schemeClr val="tx1"/>
          </a:solidFill>
          <a:latin typeface="+mn-lt"/>
          <a:ea typeface="+mn-ea"/>
          <a:cs typeface="+mn-cs"/>
        </a:defRPr>
      </a:lvl6pPr>
      <a:lvl7pPr marL="2295873" algn="l" defTabSz="765291" rtl="0" eaLnBrk="1" latinLnBrk="0" hangingPunct="1">
        <a:defRPr sz="1500" kern="1200">
          <a:solidFill>
            <a:schemeClr val="tx1"/>
          </a:solidFill>
          <a:latin typeface="+mn-lt"/>
          <a:ea typeface="+mn-ea"/>
          <a:cs typeface="+mn-cs"/>
        </a:defRPr>
      </a:lvl7pPr>
      <a:lvl8pPr marL="2678519" algn="l" defTabSz="765291" rtl="0" eaLnBrk="1" latinLnBrk="0" hangingPunct="1">
        <a:defRPr sz="1500" kern="1200">
          <a:solidFill>
            <a:schemeClr val="tx1"/>
          </a:solidFill>
          <a:latin typeface="+mn-lt"/>
          <a:ea typeface="+mn-ea"/>
          <a:cs typeface="+mn-cs"/>
        </a:defRPr>
      </a:lvl8pPr>
      <a:lvl9pPr marL="3061165" algn="l" defTabSz="765291" rtl="0" eaLnBrk="1" latinLnBrk="0" hangingPunct="1">
        <a:defRPr sz="15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600202"/>
            <a:ext cx="10972800" cy="4791806"/>
          </a:xfrm>
          <a:prstGeom prst="rect">
            <a:avLst/>
          </a:prstGeom>
        </p:spPr>
        <p:txBody>
          <a:bodyPr vert="horz" lIns="0" tIns="137160" rIns="0" bIns="0" rtlCol="0">
            <a:normAutofit/>
          </a:bodyPr>
          <a:lstStyle/>
          <a:p>
            <a:pPr lvl="0"/>
            <a:r>
              <a:rPr lang="en-US"/>
              <a:t>Paragraph type</a:t>
            </a:r>
          </a:p>
          <a:p>
            <a:pPr lvl="1"/>
            <a:r>
              <a:rPr lang="en-US"/>
              <a:t>Click the “Indent More” button (above) for first-level bullets</a:t>
            </a:r>
          </a:p>
          <a:p>
            <a:pPr lvl="2"/>
            <a:r>
              <a:rPr lang="en-US"/>
              <a:t>Click the “Indent More” button (above) twice for second-level bullets</a:t>
            </a:r>
          </a:p>
          <a:p>
            <a:pPr lvl="3"/>
            <a:r>
              <a:rPr lang="en-US"/>
              <a:t>Click the “Indent More” button (above) three times for third-level bullets</a:t>
            </a:r>
          </a:p>
          <a:p>
            <a:pPr lvl="4"/>
            <a:r>
              <a:rPr lang="en-US"/>
              <a:t>Click the “Indent More” button (above) four times for fourth-level bullets</a:t>
            </a:r>
          </a:p>
        </p:txBody>
      </p:sp>
      <p:sp>
        <p:nvSpPr>
          <p:cNvPr id="2" name="Title Placeholder 1"/>
          <p:cNvSpPr>
            <a:spLocks noGrp="1"/>
          </p:cNvSpPr>
          <p:nvPr>
            <p:ph type="title"/>
          </p:nvPr>
        </p:nvSpPr>
        <p:spPr>
          <a:xfrm>
            <a:off x="609600" y="482138"/>
            <a:ext cx="10972800" cy="1118064"/>
          </a:xfrm>
          <a:prstGeom prst="rect">
            <a:avLst/>
          </a:prstGeom>
        </p:spPr>
        <p:txBody>
          <a:bodyPr vert="horz" lIns="0" tIns="0" rIns="0" bIns="0" rtlCol="0" anchor="ctr">
            <a:normAutofit/>
          </a:bodyPr>
          <a:lstStyle/>
          <a:p>
            <a:r>
              <a:rPr lang="en-US"/>
              <a:t>Master Slide Title</a:t>
            </a:r>
          </a:p>
        </p:txBody>
      </p:sp>
      <p:sp>
        <p:nvSpPr>
          <p:cNvPr id="4" name="TextBox 3">
            <a:extLst>
              <a:ext uri="{FF2B5EF4-FFF2-40B4-BE49-F238E27FC236}">
                <a16:creationId xmlns:a16="http://schemas.microsoft.com/office/drawing/2014/main" id="{8069C718-696D-8C48-95E3-35ACB84AD8D9}"/>
              </a:ext>
            </a:extLst>
          </p:cNvPr>
          <p:cNvSpPr txBox="1"/>
          <p:nvPr userDrawn="1"/>
        </p:nvSpPr>
        <p:spPr>
          <a:xfrm>
            <a:off x="-1" y="6638779"/>
            <a:ext cx="9144000" cy="230832"/>
          </a:xfrm>
          <a:prstGeom prst="rect">
            <a:avLst/>
          </a:prstGeom>
          <a:noFill/>
        </p:spPr>
        <p:txBody>
          <a:bodyPr wrap="square" rtlCol="0">
            <a:spAutoFit/>
          </a:bodyPr>
          <a:lstStyle/>
          <a:p>
            <a:r>
              <a:rPr lang="en-US" sz="900" b="1">
                <a:solidFill>
                  <a:schemeClr val="bg1">
                    <a:lumMod val="75000"/>
                  </a:schemeClr>
                </a:solidFill>
                <a:latin typeface="Arial Black" charset="0"/>
                <a:cs typeface="Arial Black" charset="0"/>
              </a:rPr>
              <a:t>IMF </a:t>
            </a:r>
            <a:r>
              <a:rPr lang="en-US" sz="900" b="0">
                <a:solidFill>
                  <a:schemeClr val="bg1">
                    <a:lumMod val="75000"/>
                  </a:schemeClr>
                </a:solidFill>
                <a:latin typeface="+mn-lt"/>
                <a:cs typeface="Arial Black" charset="0"/>
              </a:rPr>
              <a:t>| Fiscal Affairs</a:t>
            </a:r>
            <a:endParaRPr lang="en-US" sz="900" b="0">
              <a:solidFill>
                <a:schemeClr val="bg1">
                  <a:lumMod val="75000"/>
                </a:schemeClr>
              </a:solidFill>
              <a:latin typeface="+mn-lt"/>
            </a:endParaRPr>
          </a:p>
        </p:txBody>
      </p:sp>
      <p:sp>
        <p:nvSpPr>
          <p:cNvPr id="5" name="TextBox 4">
            <a:extLst>
              <a:ext uri="{FF2B5EF4-FFF2-40B4-BE49-F238E27FC236}">
                <a16:creationId xmlns:a16="http://schemas.microsoft.com/office/drawing/2014/main" id="{00B5D478-FD4A-2240-B032-46F4E3BAB6E8}"/>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accent1"/>
                </a:solidFill>
              </a:rPr>
              <a:pPr algn="r"/>
              <a:t>‹#›</a:t>
            </a:fld>
            <a:endParaRPr lang="en-US" sz="1000">
              <a:solidFill>
                <a:schemeClr val="accent1"/>
              </a:solidFill>
            </a:endParaRPr>
          </a:p>
        </p:txBody>
      </p:sp>
    </p:spTree>
    <p:extLst>
      <p:ext uri="{BB962C8B-B14F-4D97-AF65-F5344CB8AC3E}">
        <p14:creationId xmlns:p14="http://schemas.microsoft.com/office/powerpoint/2010/main" val="813286430"/>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 id="2147483711" r:id="rId17"/>
    <p:sldLayoutId id="2147483712" r:id="rId18"/>
    <p:sldLayoutId id="2147483713" r:id="rId19"/>
    <p:sldLayoutId id="2147483714" r:id="rId20"/>
    <p:sldLayoutId id="2147483715" r:id="rId21"/>
    <p:sldLayoutId id="2147483716" r:id="rId22"/>
    <p:sldLayoutId id="2147483717" r:id="rId23"/>
  </p:sldLayoutIdLst>
  <p:transition>
    <p:fade/>
  </p:transition>
  <p:hf hdr="0" dt="0"/>
  <p:txStyles>
    <p:titleStyle>
      <a:lvl1pPr algn="l" defTabSz="914314" rtl="0" eaLnBrk="1" latinLnBrk="0" hangingPunct="1">
        <a:lnSpc>
          <a:spcPct val="90000"/>
        </a:lnSpc>
        <a:spcBef>
          <a:spcPct val="0"/>
        </a:spcBef>
        <a:buNone/>
        <a:defRPr sz="3600" b="1" i="0" kern="1200">
          <a:solidFill>
            <a:schemeClr val="tx2"/>
          </a:solidFill>
          <a:latin typeface="Arial Black" panose="020B0604020202020204" pitchFamily="34" charset="0"/>
          <a:ea typeface="+mj-ea"/>
          <a:cs typeface="Arial Black" panose="020B0604020202020204" pitchFamily="34" charset="0"/>
        </a:defRPr>
      </a:lvl1pPr>
    </p:titleStyle>
    <p:bodyStyle>
      <a:lvl1pPr marL="0" indent="0" algn="l" defTabSz="914314" rtl="0" eaLnBrk="1" latinLnBrk="0" hangingPunct="1">
        <a:spcBef>
          <a:spcPts val="2400"/>
        </a:spcBef>
        <a:buClr>
          <a:schemeClr val="accent1"/>
        </a:buClr>
        <a:buSzPct val="110000"/>
        <a:buFont typeface="Wingdings" charset="2"/>
        <a:buNone/>
        <a:tabLst/>
        <a:defRPr sz="2000" kern="1200">
          <a:solidFill>
            <a:schemeClr val="tx1"/>
          </a:solidFill>
          <a:latin typeface="+mn-lt"/>
          <a:ea typeface="+mn-ea"/>
          <a:cs typeface="+mn-cs"/>
        </a:defRPr>
      </a:lvl1pPr>
      <a:lvl2pPr marL="233363" indent="-233363" algn="l" defTabSz="914314" rtl="0" eaLnBrk="1" latinLnBrk="0" hangingPunct="1">
        <a:spcBef>
          <a:spcPts val="600"/>
        </a:spcBef>
        <a:buClr>
          <a:schemeClr val="accent1"/>
        </a:buClr>
        <a:buSzPct val="100000"/>
        <a:buFont typeface="Wingdings" pitchFamily="2" charset="2"/>
        <a:buChar char="§"/>
        <a:tabLst/>
        <a:defRPr sz="2000" kern="1200">
          <a:solidFill>
            <a:schemeClr val="tx1"/>
          </a:solidFill>
          <a:latin typeface="+mn-lt"/>
          <a:ea typeface="+mn-ea"/>
          <a:cs typeface="+mn-cs"/>
        </a:defRPr>
      </a:lvl2pPr>
      <a:lvl3pPr marL="458788" indent="-225425" algn="l" defTabSz="914314" rtl="0" eaLnBrk="1" latinLnBrk="0" hangingPunct="1">
        <a:spcBef>
          <a:spcPts val="600"/>
        </a:spcBef>
        <a:buClr>
          <a:schemeClr val="bg1">
            <a:lumMod val="50000"/>
          </a:schemeClr>
        </a:buClr>
        <a:buSzPct val="65000"/>
        <a:buFont typeface="Lucida Grande" panose="020B0600040502020204" pitchFamily="34" charset="0"/>
        <a:buChar char="▶"/>
        <a:tabLst/>
        <a:defRPr sz="2000" kern="1200">
          <a:solidFill>
            <a:schemeClr val="tx1"/>
          </a:solidFill>
          <a:latin typeface="+mn-lt"/>
          <a:ea typeface="+mn-ea"/>
          <a:cs typeface="+mn-cs"/>
        </a:defRPr>
      </a:lvl3pPr>
      <a:lvl4pPr marL="692150" indent="-233363" algn="l" defTabSz="914314" rtl="0" eaLnBrk="1" latinLnBrk="0" hangingPunct="1">
        <a:spcBef>
          <a:spcPts val="600"/>
        </a:spcBef>
        <a:buClr>
          <a:schemeClr val="accent1"/>
        </a:buClr>
        <a:buSzPct val="100000"/>
        <a:buFont typeface="LucidaGrande" charset="0"/>
        <a:buChar char="◆"/>
        <a:tabLst/>
        <a:defRPr sz="2000" kern="1200">
          <a:solidFill>
            <a:schemeClr val="tx1"/>
          </a:solidFill>
          <a:latin typeface="+mn-lt"/>
          <a:ea typeface="+mn-ea"/>
          <a:cs typeface="+mn-cs"/>
        </a:defRPr>
      </a:lvl4pPr>
      <a:lvl5pPr marL="917575" indent="-225425" algn="l" defTabSz="914314" rtl="0" eaLnBrk="1" latinLnBrk="0" hangingPunct="1">
        <a:spcBef>
          <a:spcPts val="600"/>
        </a:spcBef>
        <a:buClr>
          <a:schemeClr val="bg1">
            <a:lumMod val="50000"/>
          </a:schemeClr>
        </a:buClr>
        <a:buFont typeface=".HelveticaNeueDeskInterface-Regular"/>
        <a:buChar char="●"/>
        <a:tabLst/>
        <a:defRPr sz="2000" kern="1200">
          <a:solidFill>
            <a:schemeClr val="tx1"/>
          </a:solidFill>
          <a:latin typeface="+mn-lt"/>
          <a:ea typeface="+mn-ea"/>
          <a:cs typeface="+mn-cs"/>
        </a:defRPr>
      </a:lvl5pPr>
      <a:lvl6pPr marL="2514364"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522"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79"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35"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14" rtl="0" eaLnBrk="1" latinLnBrk="0" hangingPunct="1">
        <a:defRPr sz="1800" kern="1200">
          <a:solidFill>
            <a:schemeClr val="tx1"/>
          </a:solidFill>
          <a:latin typeface="+mn-lt"/>
          <a:ea typeface="+mn-ea"/>
          <a:cs typeface="+mn-cs"/>
        </a:defRPr>
      </a:lvl1pPr>
      <a:lvl2pPr marL="457157" algn="l" defTabSz="914314" rtl="0" eaLnBrk="1" latinLnBrk="0" hangingPunct="1">
        <a:defRPr sz="1800" kern="1200">
          <a:solidFill>
            <a:schemeClr val="tx1"/>
          </a:solidFill>
          <a:latin typeface="+mn-lt"/>
          <a:ea typeface="+mn-ea"/>
          <a:cs typeface="+mn-cs"/>
        </a:defRPr>
      </a:lvl2pPr>
      <a:lvl3pPr marL="914314" algn="l" defTabSz="914314" rtl="0" eaLnBrk="1" latinLnBrk="0" hangingPunct="1">
        <a:defRPr sz="1800" kern="1200">
          <a:solidFill>
            <a:schemeClr val="tx1"/>
          </a:solidFill>
          <a:latin typeface="+mn-lt"/>
          <a:ea typeface="+mn-ea"/>
          <a:cs typeface="+mn-cs"/>
        </a:defRPr>
      </a:lvl3pPr>
      <a:lvl4pPr marL="1371472" algn="l" defTabSz="914314" rtl="0" eaLnBrk="1" latinLnBrk="0" hangingPunct="1">
        <a:defRPr sz="1800" kern="1200">
          <a:solidFill>
            <a:schemeClr val="tx1"/>
          </a:solidFill>
          <a:latin typeface="+mn-lt"/>
          <a:ea typeface="+mn-ea"/>
          <a:cs typeface="+mn-cs"/>
        </a:defRPr>
      </a:lvl4pPr>
      <a:lvl5pPr marL="1828628" algn="l" defTabSz="914314" rtl="0" eaLnBrk="1" latinLnBrk="0" hangingPunct="1">
        <a:defRPr sz="1800" kern="1200">
          <a:solidFill>
            <a:schemeClr val="tx1"/>
          </a:solidFill>
          <a:latin typeface="+mn-lt"/>
          <a:ea typeface="+mn-ea"/>
          <a:cs typeface="+mn-cs"/>
        </a:defRPr>
      </a:lvl5pPr>
      <a:lvl6pPr marL="2285785" algn="l" defTabSz="914314" rtl="0" eaLnBrk="1" latinLnBrk="0" hangingPunct="1">
        <a:defRPr sz="1800" kern="1200">
          <a:solidFill>
            <a:schemeClr val="tx1"/>
          </a:solidFill>
          <a:latin typeface="+mn-lt"/>
          <a:ea typeface="+mn-ea"/>
          <a:cs typeface="+mn-cs"/>
        </a:defRPr>
      </a:lvl6pPr>
      <a:lvl7pPr marL="2742942" algn="l" defTabSz="914314" rtl="0" eaLnBrk="1" latinLnBrk="0" hangingPunct="1">
        <a:defRPr sz="1800" kern="1200">
          <a:solidFill>
            <a:schemeClr val="tx1"/>
          </a:solidFill>
          <a:latin typeface="+mn-lt"/>
          <a:ea typeface="+mn-ea"/>
          <a:cs typeface="+mn-cs"/>
        </a:defRPr>
      </a:lvl7pPr>
      <a:lvl8pPr marL="3200100" algn="l" defTabSz="914314" rtl="0" eaLnBrk="1" latinLnBrk="0" hangingPunct="1">
        <a:defRPr sz="1800" kern="1200">
          <a:solidFill>
            <a:schemeClr val="tx1"/>
          </a:solidFill>
          <a:latin typeface="+mn-lt"/>
          <a:ea typeface="+mn-ea"/>
          <a:cs typeface="+mn-cs"/>
        </a:defRPr>
      </a:lvl8pPr>
      <a:lvl9pPr marL="3657257" algn="l" defTabSz="914314"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ext Placeholder 2">
            <a:extLst>
              <a:ext uri="{FF2B5EF4-FFF2-40B4-BE49-F238E27FC236}">
                <a16:creationId xmlns:a16="http://schemas.microsoft.com/office/drawing/2014/main" id="{50F2635C-B948-49FE-AF2F-C224A006870F}"/>
              </a:ext>
            </a:extLst>
          </p:cNvPr>
          <p:cNvSpPr>
            <a:spLocks noGrp="1" noChangeArrowheads="1"/>
          </p:cNvSpPr>
          <p:nvPr>
            <p:ph type="body" idx="1"/>
          </p:nvPr>
        </p:nvSpPr>
        <p:spPr bwMode="auto">
          <a:xfrm>
            <a:off x="610394" y="857250"/>
            <a:ext cx="10971213" cy="535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53089" tIns="76544" rIns="153089" bIns="76544"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6" name="Slide Number Placeholder 5">
            <a:extLst>
              <a:ext uri="{FF2B5EF4-FFF2-40B4-BE49-F238E27FC236}">
                <a16:creationId xmlns:a16="http://schemas.microsoft.com/office/drawing/2014/main" id="{19D8AC78-C923-415C-80AE-F3F6723BEBA9}"/>
              </a:ext>
            </a:extLst>
          </p:cNvPr>
          <p:cNvSpPr>
            <a:spLocks noGrp="1"/>
          </p:cNvSpPr>
          <p:nvPr>
            <p:ph type="sldNum" sz="quarter" idx="4"/>
          </p:nvPr>
        </p:nvSpPr>
        <p:spPr>
          <a:xfrm>
            <a:off x="9263063" y="6531769"/>
            <a:ext cx="2844007" cy="180975"/>
          </a:xfrm>
          <a:prstGeom prst="rect">
            <a:avLst/>
          </a:prstGeom>
        </p:spPr>
        <p:txBody>
          <a:bodyPr vert="horz" lIns="153089" tIns="76544" rIns="153089" bIns="76544" rtlCol="0" anchor="ctr"/>
          <a:lstStyle>
            <a:lvl1pPr algn="r" eaLnBrk="1" hangingPunct="1">
              <a:defRPr sz="1000" smtClean="0">
                <a:solidFill>
                  <a:schemeClr val="tx1"/>
                </a:solidFill>
                <a:latin typeface="Lucida Grande"/>
                <a:ea typeface="Lucida Grande"/>
                <a:cs typeface="Lucida Grande"/>
                <a:sym typeface="Gill Sans" charset="0"/>
              </a:defRPr>
            </a:lvl1pPr>
          </a:lstStyle>
          <a:p>
            <a:pPr>
              <a:defRPr/>
            </a:pPr>
            <a:fld id="{4CA9BE2C-AEC4-4AD8-8D79-1F86E9CB3DCD}" type="slidenum">
              <a:rPr lang="en-US"/>
              <a:pPr>
                <a:defRPr/>
              </a:pPr>
              <a:t>‹#›</a:t>
            </a:fld>
            <a:endParaRPr lang="en-US"/>
          </a:p>
        </p:txBody>
      </p:sp>
      <p:sp>
        <p:nvSpPr>
          <p:cNvPr id="1032" name="Title Placeholder 1">
            <a:extLst>
              <a:ext uri="{FF2B5EF4-FFF2-40B4-BE49-F238E27FC236}">
                <a16:creationId xmlns:a16="http://schemas.microsoft.com/office/drawing/2014/main" id="{06A4C6E8-A34F-4B2A-BE94-D98EDCC29644}"/>
              </a:ext>
            </a:extLst>
          </p:cNvPr>
          <p:cNvSpPr>
            <a:spLocks noGrp="1"/>
          </p:cNvSpPr>
          <p:nvPr>
            <p:ph type="title"/>
          </p:nvPr>
        </p:nvSpPr>
        <p:spPr bwMode="auto">
          <a:xfrm>
            <a:off x="595313" y="170656"/>
            <a:ext cx="10971213" cy="642938"/>
          </a:xfrm>
          <a:prstGeom prst="rect">
            <a:avLst/>
          </a:prstGeom>
          <a:noFill/>
          <a:ln w="9525">
            <a:noFill/>
            <a:miter lim="800000"/>
            <a:headEnd/>
            <a:tailEnd/>
          </a:ln>
        </p:spPr>
        <p:txBody>
          <a:bodyPr vert="horz" wrap="square" lIns="153089" tIns="76544" rIns="153089" bIns="76544" numCol="1" anchor="ctr" anchorCtr="0" compatLnSpc="1">
            <a:prstTxWarp prst="textNoShape">
              <a:avLst/>
            </a:prstTxWarp>
          </a:bodyPr>
          <a:lstStyle/>
          <a:p>
            <a:pPr lvl="0"/>
            <a:r>
              <a:rPr lang="en-US"/>
              <a:t>Click to edit Master title style</a:t>
            </a:r>
          </a:p>
        </p:txBody>
      </p:sp>
      <p:sp>
        <p:nvSpPr>
          <p:cNvPr id="2" name="Rectangle 1">
            <a:extLst>
              <a:ext uri="{FF2B5EF4-FFF2-40B4-BE49-F238E27FC236}">
                <a16:creationId xmlns:a16="http://schemas.microsoft.com/office/drawing/2014/main" id="{8E1E488C-6EF9-4712-B03F-B713B6829033}"/>
              </a:ext>
            </a:extLst>
          </p:cNvPr>
          <p:cNvSpPr/>
          <p:nvPr userDrawn="1"/>
        </p:nvSpPr>
        <p:spPr>
          <a:xfrm>
            <a:off x="1588" y="47625"/>
            <a:ext cx="12190413" cy="685800"/>
          </a:xfrm>
          <a:prstGeom prst="rect">
            <a:avLst/>
          </a:prstGeom>
          <a:solidFill>
            <a:srgbClr val="4B82A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3000">
              <a:latin typeface="Lucida Grande"/>
              <a:sym typeface="Palatino" charset="0"/>
            </a:endParaRPr>
          </a:p>
        </p:txBody>
      </p:sp>
      <p:sp>
        <p:nvSpPr>
          <p:cNvPr id="17" name="Rectangle 16">
            <a:extLst>
              <a:ext uri="{FF2B5EF4-FFF2-40B4-BE49-F238E27FC236}">
                <a16:creationId xmlns:a16="http://schemas.microsoft.com/office/drawing/2014/main" id="{8E8B3265-E8CC-46A7-8769-553FBD278484}"/>
              </a:ext>
            </a:extLst>
          </p:cNvPr>
          <p:cNvSpPr/>
          <p:nvPr userDrawn="1"/>
        </p:nvSpPr>
        <p:spPr>
          <a:xfrm>
            <a:off x="1588" y="-6350"/>
            <a:ext cx="12190413" cy="45244"/>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900">
              <a:sym typeface="Palatino" charset="0"/>
            </a:endParaRPr>
          </a:p>
        </p:txBody>
      </p:sp>
      <p:sp>
        <p:nvSpPr>
          <p:cNvPr id="18" name="Rectangle 17">
            <a:extLst>
              <a:ext uri="{FF2B5EF4-FFF2-40B4-BE49-F238E27FC236}">
                <a16:creationId xmlns:a16="http://schemas.microsoft.com/office/drawing/2014/main" id="{4F25FFE9-B175-47C4-B3B1-6308280CB1F4}"/>
              </a:ext>
            </a:extLst>
          </p:cNvPr>
          <p:cNvSpPr/>
          <p:nvPr userDrawn="1"/>
        </p:nvSpPr>
        <p:spPr>
          <a:xfrm>
            <a:off x="1588" y="6811963"/>
            <a:ext cx="12190413" cy="4603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900">
              <a:sym typeface="Palatino" charset="0"/>
            </a:endParaRPr>
          </a:p>
        </p:txBody>
      </p:sp>
    </p:spTree>
    <p:extLst>
      <p:ext uri="{BB962C8B-B14F-4D97-AF65-F5344CB8AC3E}">
        <p14:creationId xmlns:p14="http://schemas.microsoft.com/office/powerpoint/2010/main" val="3058347836"/>
      </p:ext>
    </p:extLst>
  </p:cSld>
  <p:clrMap bg1="lt1" tx1="dk1" bg2="lt2" tx2="dk2" accent1="accent1" accent2="accent2" accent3="accent3" accent4="accent4" accent5="accent5" accent6="accent6" hlink="hlink" folHlink="folHlink"/>
  <p:sldLayoutIdLst>
    <p:sldLayoutId id="2147483719" r:id="rId1"/>
  </p:sldLayoutIdLst>
  <p:hf sldNum="0" hdr="0" ftr="0" dt="0"/>
  <p:txStyles>
    <p:titleStyle>
      <a:lvl1pPr algn="ctr" defTabSz="764382" rtl="0" eaLnBrk="0" fontAlgn="base" hangingPunct="0">
        <a:spcBef>
          <a:spcPct val="0"/>
        </a:spcBef>
        <a:spcAft>
          <a:spcPct val="0"/>
        </a:spcAft>
        <a:defRPr sz="4450" b="1" kern="1200">
          <a:solidFill>
            <a:schemeClr val="bg1"/>
          </a:solidFill>
          <a:latin typeface="+mj-lt"/>
          <a:ea typeface="+mj-ea"/>
          <a:cs typeface="+mj-cs"/>
        </a:defRPr>
      </a:lvl1pPr>
      <a:lvl2pPr algn="ctr" defTabSz="764382" rtl="0" eaLnBrk="0" fontAlgn="base" hangingPunct="0">
        <a:spcBef>
          <a:spcPct val="0"/>
        </a:spcBef>
        <a:spcAft>
          <a:spcPct val="0"/>
        </a:spcAft>
        <a:defRPr sz="4450" b="1">
          <a:solidFill>
            <a:schemeClr val="bg1"/>
          </a:solidFill>
          <a:latin typeface="Lucida Sans Unicode" pitchFamily="34" charset="0"/>
        </a:defRPr>
      </a:lvl2pPr>
      <a:lvl3pPr algn="ctr" defTabSz="764382" rtl="0" eaLnBrk="0" fontAlgn="base" hangingPunct="0">
        <a:spcBef>
          <a:spcPct val="0"/>
        </a:spcBef>
        <a:spcAft>
          <a:spcPct val="0"/>
        </a:spcAft>
        <a:defRPr sz="4450" b="1">
          <a:solidFill>
            <a:schemeClr val="bg1"/>
          </a:solidFill>
          <a:latin typeface="Lucida Sans Unicode" pitchFamily="34" charset="0"/>
        </a:defRPr>
      </a:lvl3pPr>
      <a:lvl4pPr algn="ctr" defTabSz="764382" rtl="0" eaLnBrk="0" fontAlgn="base" hangingPunct="0">
        <a:spcBef>
          <a:spcPct val="0"/>
        </a:spcBef>
        <a:spcAft>
          <a:spcPct val="0"/>
        </a:spcAft>
        <a:defRPr sz="4450" b="1">
          <a:solidFill>
            <a:schemeClr val="bg1"/>
          </a:solidFill>
          <a:latin typeface="Lucida Sans Unicode" pitchFamily="34" charset="0"/>
        </a:defRPr>
      </a:lvl4pPr>
      <a:lvl5pPr algn="ctr" defTabSz="764382" rtl="0" eaLnBrk="0" fontAlgn="base" hangingPunct="0">
        <a:spcBef>
          <a:spcPct val="0"/>
        </a:spcBef>
        <a:spcAft>
          <a:spcPct val="0"/>
        </a:spcAft>
        <a:defRPr sz="4450" b="1">
          <a:solidFill>
            <a:schemeClr val="bg1"/>
          </a:solidFill>
          <a:latin typeface="Lucida Sans Unicode" pitchFamily="34" charset="0"/>
        </a:defRPr>
      </a:lvl5pPr>
      <a:lvl6pPr marL="228577" algn="ctr" defTabSz="765099" rtl="0" fontAlgn="base">
        <a:spcBef>
          <a:spcPct val="0"/>
        </a:spcBef>
        <a:spcAft>
          <a:spcPct val="0"/>
        </a:spcAft>
        <a:defRPr sz="4500" b="1">
          <a:solidFill>
            <a:schemeClr val="bg1"/>
          </a:solidFill>
          <a:latin typeface="Lucida Sans Unicode" pitchFamily="34" charset="0"/>
        </a:defRPr>
      </a:lvl6pPr>
      <a:lvl7pPr marL="457155" algn="ctr" defTabSz="765099" rtl="0" fontAlgn="base">
        <a:spcBef>
          <a:spcPct val="0"/>
        </a:spcBef>
        <a:spcAft>
          <a:spcPct val="0"/>
        </a:spcAft>
        <a:defRPr sz="4500" b="1">
          <a:solidFill>
            <a:schemeClr val="bg1"/>
          </a:solidFill>
          <a:latin typeface="Lucida Sans Unicode" pitchFamily="34" charset="0"/>
        </a:defRPr>
      </a:lvl7pPr>
      <a:lvl8pPr marL="685732" algn="ctr" defTabSz="765099" rtl="0" fontAlgn="base">
        <a:spcBef>
          <a:spcPct val="0"/>
        </a:spcBef>
        <a:spcAft>
          <a:spcPct val="0"/>
        </a:spcAft>
        <a:defRPr sz="4500" b="1">
          <a:solidFill>
            <a:schemeClr val="bg1"/>
          </a:solidFill>
          <a:latin typeface="Lucida Sans Unicode" pitchFamily="34" charset="0"/>
        </a:defRPr>
      </a:lvl8pPr>
      <a:lvl9pPr marL="914309" algn="ctr" defTabSz="765099" rtl="0" fontAlgn="base">
        <a:spcBef>
          <a:spcPct val="0"/>
        </a:spcBef>
        <a:spcAft>
          <a:spcPct val="0"/>
        </a:spcAft>
        <a:defRPr sz="4500" b="1">
          <a:solidFill>
            <a:schemeClr val="bg1"/>
          </a:solidFill>
          <a:latin typeface="Lucida Sans Unicode" pitchFamily="34" charset="0"/>
        </a:defRPr>
      </a:lvl9pPr>
    </p:titleStyle>
    <p:bodyStyle>
      <a:lvl1pPr marL="285750" indent="-285750" algn="l" defTabSz="764382" rtl="0" eaLnBrk="0" fontAlgn="base" hangingPunct="0">
        <a:spcBef>
          <a:spcPct val="20000"/>
        </a:spcBef>
        <a:spcAft>
          <a:spcPct val="0"/>
        </a:spcAft>
        <a:buFont typeface="Arial" panose="020B0604020202020204" pitchFamily="34" charset="0"/>
        <a:buChar char="•"/>
        <a:defRPr sz="3000" kern="1200">
          <a:solidFill>
            <a:schemeClr val="tx1"/>
          </a:solidFill>
          <a:latin typeface="Lucida Grande"/>
          <a:ea typeface="+mn-ea"/>
          <a:cs typeface="+mn-cs"/>
        </a:defRPr>
      </a:lvl1pPr>
      <a:lvl2pPr marL="620713" indent="-238125" algn="l" defTabSz="764382" rtl="0" eaLnBrk="0" fontAlgn="base" hangingPunct="0">
        <a:spcBef>
          <a:spcPct val="20000"/>
        </a:spcBef>
        <a:spcAft>
          <a:spcPct val="0"/>
        </a:spcAft>
        <a:buFont typeface="Arial" panose="020B0604020202020204" pitchFamily="34" charset="0"/>
        <a:buChar char="–"/>
        <a:defRPr sz="3000" kern="1200">
          <a:solidFill>
            <a:schemeClr val="tx1"/>
          </a:solidFill>
          <a:latin typeface="Lucida Grande"/>
          <a:ea typeface="+mn-ea"/>
          <a:cs typeface="+mn-cs"/>
        </a:defRPr>
      </a:lvl2pPr>
      <a:lvl3pPr marL="955675" indent="-190500" algn="l" defTabSz="764382" rtl="0" eaLnBrk="0" fontAlgn="base" hangingPunct="0">
        <a:spcBef>
          <a:spcPct val="20000"/>
        </a:spcBef>
        <a:spcAft>
          <a:spcPct val="0"/>
        </a:spcAft>
        <a:buFont typeface="Arial" panose="020B0604020202020204" pitchFamily="34" charset="0"/>
        <a:buChar char="•"/>
        <a:defRPr sz="3000" kern="1200">
          <a:solidFill>
            <a:schemeClr val="tx1"/>
          </a:solidFill>
          <a:latin typeface="Lucida Grande"/>
          <a:ea typeface="+mn-ea"/>
          <a:cs typeface="+mn-cs"/>
        </a:defRPr>
      </a:lvl3pPr>
      <a:lvl4pPr marL="1338263" indent="-190500" algn="l" defTabSz="764382" rtl="0" eaLnBrk="0" fontAlgn="base" hangingPunct="0">
        <a:spcBef>
          <a:spcPct val="20000"/>
        </a:spcBef>
        <a:spcAft>
          <a:spcPct val="0"/>
        </a:spcAft>
        <a:buFont typeface="Arial" panose="020B0604020202020204" pitchFamily="34" charset="0"/>
        <a:buChar char="–"/>
        <a:defRPr sz="3000" kern="1200">
          <a:solidFill>
            <a:schemeClr val="tx1"/>
          </a:solidFill>
          <a:latin typeface="Lucida Grande"/>
          <a:ea typeface="+mn-ea"/>
          <a:cs typeface="+mn-cs"/>
        </a:defRPr>
      </a:lvl4pPr>
      <a:lvl5pPr marL="1720850" indent="-190500" algn="l" defTabSz="764382" rtl="0" eaLnBrk="0" fontAlgn="base" hangingPunct="0">
        <a:spcBef>
          <a:spcPct val="20000"/>
        </a:spcBef>
        <a:spcAft>
          <a:spcPct val="0"/>
        </a:spcAft>
        <a:buFont typeface="Arial" panose="020B0604020202020204" pitchFamily="34" charset="0"/>
        <a:buChar char="»"/>
        <a:defRPr sz="3000" kern="1200">
          <a:solidFill>
            <a:schemeClr val="tx1"/>
          </a:solidFill>
          <a:latin typeface="Lucida Grande"/>
          <a:ea typeface="+mn-ea"/>
          <a:cs typeface="+mn-cs"/>
        </a:defRPr>
      </a:lvl5pPr>
      <a:lvl6pPr marL="2104761" indent="-191342" algn="l" defTabSz="765368" rtl="0" eaLnBrk="1" latinLnBrk="0" hangingPunct="1">
        <a:spcBef>
          <a:spcPct val="20000"/>
        </a:spcBef>
        <a:buFont typeface="Arial" pitchFamily="34" charset="0"/>
        <a:buChar char="•"/>
        <a:defRPr sz="1650" kern="1200">
          <a:solidFill>
            <a:schemeClr val="tx1"/>
          </a:solidFill>
          <a:latin typeface="+mn-lt"/>
          <a:ea typeface="+mn-ea"/>
          <a:cs typeface="+mn-cs"/>
        </a:defRPr>
      </a:lvl6pPr>
      <a:lvl7pPr marL="2487445" indent="-191342" algn="l" defTabSz="765368" rtl="0" eaLnBrk="1" latinLnBrk="0" hangingPunct="1">
        <a:spcBef>
          <a:spcPct val="20000"/>
        </a:spcBef>
        <a:buFont typeface="Arial" pitchFamily="34" charset="0"/>
        <a:buChar char="•"/>
        <a:defRPr sz="1650" kern="1200">
          <a:solidFill>
            <a:schemeClr val="tx1"/>
          </a:solidFill>
          <a:latin typeface="+mn-lt"/>
          <a:ea typeface="+mn-ea"/>
          <a:cs typeface="+mn-cs"/>
        </a:defRPr>
      </a:lvl7pPr>
      <a:lvl8pPr marL="2870129" indent="-191342" algn="l" defTabSz="765368" rtl="0" eaLnBrk="1" latinLnBrk="0" hangingPunct="1">
        <a:spcBef>
          <a:spcPct val="20000"/>
        </a:spcBef>
        <a:buFont typeface="Arial" pitchFamily="34" charset="0"/>
        <a:buChar char="•"/>
        <a:defRPr sz="1650" kern="1200">
          <a:solidFill>
            <a:schemeClr val="tx1"/>
          </a:solidFill>
          <a:latin typeface="+mn-lt"/>
          <a:ea typeface="+mn-ea"/>
          <a:cs typeface="+mn-cs"/>
        </a:defRPr>
      </a:lvl8pPr>
      <a:lvl9pPr marL="3252813" indent="-191342" algn="l" defTabSz="765368" rtl="0" eaLnBrk="1" latinLnBrk="0" hangingPunct="1">
        <a:spcBef>
          <a:spcPct val="20000"/>
        </a:spcBef>
        <a:buFont typeface="Arial" pitchFamily="34" charset="0"/>
        <a:buChar char="•"/>
        <a:defRPr sz="1650" kern="1200">
          <a:solidFill>
            <a:schemeClr val="tx1"/>
          </a:solidFill>
          <a:latin typeface="+mn-lt"/>
          <a:ea typeface="+mn-ea"/>
          <a:cs typeface="+mn-cs"/>
        </a:defRPr>
      </a:lvl9pPr>
    </p:bodyStyle>
    <p:otherStyle>
      <a:defPPr>
        <a:defRPr lang="en-US"/>
      </a:defPPr>
      <a:lvl1pPr marL="0" algn="l" defTabSz="765368" rtl="0" eaLnBrk="1" latinLnBrk="0" hangingPunct="1">
        <a:defRPr sz="1500" kern="1200">
          <a:solidFill>
            <a:schemeClr val="tx1"/>
          </a:solidFill>
          <a:latin typeface="+mn-lt"/>
          <a:ea typeface="+mn-ea"/>
          <a:cs typeface="+mn-cs"/>
        </a:defRPr>
      </a:lvl1pPr>
      <a:lvl2pPr marL="382684" algn="l" defTabSz="765368" rtl="0" eaLnBrk="1" latinLnBrk="0" hangingPunct="1">
        <a:defRPr sz="1500" kern="1200">
          <a:solidFill>
            <a:schemeClr val="tx1"/>
          </a:solidFill>
          <a:latin typeface="+mn-lt"/>
          <a:ea typeface="+mn-ea"/>
          <a:cs typeface="+mn-cs"/>
        </a:defRPr>
      </a:lvl2pPr>
      <a:lvl3pPr marL="765368" algn="l" defTabSz="765368" rtl="0" eaLnBrk="1" latinLnBrk="0" hangingPunct="1">
        <a:defRPr sz="1500" kern="1200">
          <a:solidFill>
            <a:schemeClr val="tx1"/>
          </a:solidFill>
          <a:latin typeface="+mn-lt"/>
          <a:ea typeface="+mn-ea"/>
          <a:cs typeface="+mn-cs"/>
        </a:defRPr>
      </a:lvl3pPr>
      <a:lvl4pPr marL="1148052" algn="l" defTabSz="765368" rtl="0" eaLnBrk="1" latinLnBrk="0" hangingPunct="1">
        <a:defRPr sz="1500" kern="1200">
          <a:solidFill>
            <a:schemeClr val="tx1"/>
          </a:solidFill>
          <a:latin typeface="+mn-lt"/>
          <a:ea typeface="+mn-ea"/>
          <a:cs typeface="+mn-cs"/>
        </a:defRPr>
      </a:lvl4pPr>
      <a:lvl5pPr marL="1530736" algn="l" defTabSz="765368" rtl="0" eaLnBrk="1" latinLnBrk="0" hangingPunct="1">
        <a:defRPr sz="1500" kern="1200">
          <a:solidFill>
            <a:schemeClr val="tx1"/>
          </a:solidFill>
          <a:latin typeface="+mn-lt"/>
          <a:ea typeface="+mn-ea"/>
          <a:cs typeface="+mn-cs"/>
        </a:defRPr>
      </a:lvl5pPr>
      <a:lvl6pPr marL="1913419" algn="l" defTabSz="765368" rtl="0" eaLnBrk="1" latinLnBrk="0" hangingPunct="1">
        <a:defRPr sz="1500" kern="1200">
          <a:solidFill>
            <a:schemeClr val="tx1"/>
          </a:solidFill>
          <a:latin typeface="+mn-lt"/>
          <a:ea typeface="+mn-ea"/>
          <a:cs typeface="+mn-cs"/>
        </a:defRPr>
      </a:lvl6pPr>
      <a:lvl7pPr marL="2296103" algn="l" defTabSz="765368" rtl="0" eaLnBrk="1" latinLnBrk="0" hangingPunct="1">
        <a:defRPr sz="1500" kern="1200">
          <a:solidFill>
            <a:schemeClr val="tx1"/>
          </a:solidFill>
          <a:latin typeface="+mn-lt"/>
          <a:ea typeface="+mn-ea"/>
          <a:cs typeface="+mn-cs"/>
        </a:defRPr>
      </a:lvl7pPr>
      <a:lvl8pPr marL="2678787" algn="l" defTabSz="765368" rtl="0" eaLnBrk="1" latinLnBrk="0" hangingPunct="1">
        <a:defRPr sz="1500" kern="1200">
          <a:solidFill>
            <a:schemeClr val="tx1"/>
          </a:solidFill>
          <a:latin typeface="+mn-lt"/>
          <a:ea typeface="+mn-ea"/>
          <a:cs typeface="+mn-cs"/>
        </a:defRPr>
      </a:lvl8pPr>
      <a:lvl9pPr marL="3061471" algn="l" defTabSz="765368" rtl="0" eaLnBrk="1" latinLnBrk="0" hangingPunct="1">
        <a:defRPr sz="1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4.xml"/><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4.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34.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34.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3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9.xml"/><Relationship Id="rId1" Type="http://schemas.openxmlformats.org/officeDocument/2006/relationships/slideLayout" Target="../slideLayouts/slideLayout34.xml"/><Relationship Id="rId4" Type="http://schemas.openxmlformats.org/officeDocument/2006/relationships/image" Target="../media/image15.wmf"/></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34.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34.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54EC1-60D1-CD48-8690-FF0B6D8AC540}"/>
              </a:ext>
            </a:extLst>
          </p:cNvPr>
          <p:cNvSpPr>
            <a:spLocks noGrp="1"/>
          </p:cNvSpPr>
          <p:nvPr>
            <p:ph type="ctrTitle"/>
          </p:nvPr>
        </p:nvSpPr>
        <p:spPr>
          <a:xfrm>
            <a:off x="5048117" y="1947320"/>
            <a:ext cx="6775668" cy="1963200"/>
          </a:xfrm>
        </p:spPr>
        <p:txBody>
          <a:bodyPr>
            <a:normAutofit/>
          </a:bodyPr>
          <a:lstStyle/>
          <a:p>
            <a:r>
              <a:rPr lang="en-US" sz="3200" dirty="0">
                <a:solidFill>
                  <a:srgbClr val="7030A0"/>
                </a:solidFill>
              </a:rPr>
              <a:t>Global Spillovers from U.S. Bond Supply Shocks</a:t>
            </a:r>
            <a:br>
              <a:rPr lang="en-US" sz="3200" dirty="0">
                <a:solidFill>
                  <a:srgbClr val="7030A0"/>
                </a:solidFill>
              </a:rPr>
            </a:br>
            <a:br>
              <a:rPr lang="en-US" sz="3200" dirty="0">
                <a:solidFill>
                  <a:srgbClr val="7030A0"/>
                </a:solidFill>
              </a:rPr>
            </a:br>
            <a:endParaRPr lang="en-US" sz="2700" dirty="0">
              <a:solidFill>
                <a:schemeClr val="tx1"/>
              </a:solidFill>
              <a:latin typeface="Arial" panose="020B0604020202020204"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EF2EA944-E770-B641-8381-99B0FD277FBC}"/>
              </a:ext>
            </a:extLst>
          </p:cNvPr>
          <p:cNvSpPr>
            <a:spLocks noGrp="1"/>
          </p:cNvSpPr>
          <p:nvPr>
            <p:ph type="body" sz="quarter" idx="10"/>
          </p:nvPr>
        </p:nvSpPr>
        <p:spPr>
          <a:xfrm>
            <a:off x="5048117" y="4613775"/>
            <a:ext cx="6775668" cy="1963200"/>
          </a:xfrm>
        </p:spPr>
        <p:txBody>
          <a:bodyPr>
            <a:normAutofit fontScale="92500" lnSpcReduction="10000"/>
          </a:bodyPr>
          <a:lstStyle/>
          <a:p>
            <a:r>
              <a:rPr lang="en-US" sz="1800" dirty="0">
                <a:solidFill>
                  <a:schemeClr val="tx1"/>
                </a:solidFill>
                <a:latin typeface="Segoe UI"/>
                <a:cs typeface="Segoe UI"/>
              </a:rPr>
              <a:t>September 11, 2026</a:t>
            </a:r>
          </a:p>
          <a:p>
            <a:endParaRPr lang="en-US" sz="1800" dirty="0">
              <a:solidFill>
                <a:schemeClr val="tx1"/>
              </a:solidFill>
              <a:latin typeface="Segoe UI"/>
              <a:cs typeface="Segoe UI"/>
            </a:endParaRPr>
          </a:p>
          <a:p>
            <a:r>
              <a:rPr lang="en-US" sz="1800" dirty="0">
                <a:solidFill>
                  <a:schemeClr val="tx1"/>
                </a:solidFill>
                <a:latin typeface="Segoe UI"/>
                <a:cs typeface="Segoe UI"/>
              </a:rPr>
              <a:t>Danila Smirnov (IMF)</a:t>
            </a:r>
          </a:p>
          <a:p>
            <a:endParaRPr lang="en-US" sz="1800" dirty="0">
              <a:solidFill>
                <a:schemeClr val="tx1"/>
              </a:solidFill>
              <a:latin typeface="Segoe UI"/>
              <a:cs typeface="Segoe UI"/>
            </a:endParaRPr>
          </a:p>
          <a:p>
            <a:r>
              <a:rPr lang="en-US" sz="1800" dirty="0">
                <a:solidFill>
                  <a:schemeClr val="tx1"/>
                </a:solidFill>
                <a:latin typeface="Segoe UI"/>
                <a:cs typeface="Segoe UI"/>
              </a:rPr>
              <a:t>The views expressed in IMF Working Papers are those of the author(s) and do not necessarily represent the views of the IMF, its Executive Board, or IMF management. </a:t>
            </a:r>
          </a:p>
        </p:txBody>
      </p:sp>
      <p:pic>
        <p:nvPicPr>
          <p:cNvPr id="6" name="Picture Placeholder 5">
            <a:extLst>
              <a:ext uri="{FF2B5EF4-FFF2-40B4-BE49-F238E27FC236}">
                <a16:creationId xmlns:a16="http://schemas.microsoft.com/office/drawing/2014/main" id="{0AEC74A7-AE9B-6F42-95A4-75342DEFB647}"/>
              </a:ext>
            </a:extLst>
          </p:cNvPr>
          <p:cNvPicPr>
            <a:picLocks noGrp="1" noChangeAspect="1"/>
          </p:cNvPicPr>
          <p:nvPr>
            <p:ph type="pic" sz="quarter" idx="11"/>
          </p:nvPr>
        </p:nvPicPr>
        <p:blipFill>
          <a:blip r:embed="rId3">
            <a:extLst>
              <a:ext uri="{28A0092B-C50C-407E-A947-70E740481C1C}">
                <a14:useLocalDpi xmlns:a14="http://schemas.microsoft.com/office/drawing/2010/main" val="0"/>
              </a:ext>
            </a:extLst>
          </a:blip>
          <a:srcRect l="27405" r="27405"/>
          <a:stretch>
            <a:fillRect/>
          </a:stretch>
        </p:blipFill>
        <p:spPr>
          <a:xfrm>
            <a:off x="0" y="0"/>
            <a:ext cx="4373880" cy="6858000"/>
          </a:xfrm>
        </p:spPr>
      </p:pic>
      <p:sp>
        <p:nvSpPr>
          <p:cNvPr id="3" name="Text Placeholder 3">
            <a:extLst>
              <a:ext uri="{FF2B5EF4-FFF2-40B4-BE49-F238E27FC236}">
                <a16:creationId xmlns:a16="http://schemas.microsoft.com/office/drawing/2014/main" id="{1B080ADC-202B-06E9-D0B1-E6C46F075C14}"/>
              </a:ext>
            </a:extLst>
          </p:cNvPr>
          <p:cNvSpPr txBox="1">
            <a:spLocks/>
          </p:cNvSpPr>
          <p:nvPr/>
        </p:nvSpPr>
        <p:spPr>
          <a:xfrm>
            <a:off x="5048117" y="5028318"/>
            <a:ext cx="6775668" cy="997779"/>
          </a:xfrm>
          <a:prstGeom prst="rect">
            <a:avLst/>
          </a:prstGeom>
        </p:spPr>
        <p:txBody>
          <a:bodyPr vert="horz" lIns="0" tIns="0" rIns="0" bIns="0" rtlCol="0" anchor="b" anchorCtr="0">
            <a:normAutofit/>
          </a:bodyPr>
          <a:lstStyle>
            <a:lvl1pPr marL="0" indent="0" algn="l" defTabSz="914314" rtl="0" eaLnBrk="1" latinLnBrk="0" hangingPunct="1">
              <a:spcBef>
                <a:spcPts val="300"/>
              </a:spcBef>
              <a:buClr>
                <a:schemeClr val="accent1"/>
              </a:buClr>
              <a:buSzPct val="110000"/>
              <a:buFont typeface="Wingdings" charset="2"/>
              <a:buNone/>
              <a:tabLst/>
              <a:defRPr sz="2000" kern="1200">
                <a:solidFill>
                  <a:schemeClr val="bg1">
                    <a:lumMod val="50000"/>
                  </a:schemeClr>
                </a:solidFill>
                <a:latin typeface="+mn-lt"/>
                <a:ea typeface="+mn-ea"/>
                <a:cs typeface="+mn-cs"/>
              </a:defRPr>
            </a:lvl1pPr>
            <a:lvl2pPr marL="0" indent="0" algn="l" defTabSz="914314" rtl="0" eaLnBrk="1" latinLnBrk="0" hangingPunct="1">
              <a:spcBef>
                <a:spcPts val="300"/>
              </a:spcBef>
              <a:buClr>
                <a:schemeClr val="accent1"/>
              </a:buClr>
              <a:buSzPct val="100000"/>
              <a:buFont typeface="Wingdings" pitchFamily="2" charset="2"/>
              <a:buNone/>
              <a:tabLst/>
              <a:defRPr sz="2000" kern="1200">
                <a:solidFill>
                  <a:schemeClr val="bg1">
                    <a:lumMod val="50000"/>
                  </a:schemeClr>
                </a:solidFill>
                <a:latin typeface="+mn-lt"/>
                <a:ea typeface="+mn-ea"/>
                <a:cs typeface="+mn-cs"/>
              </a:defRPr>
            </a:lvl2pPr>
            <a:lvl3pPr marL="0" indent="0" algn="l" defTabSz="914314" rtl="0" eaLnBrk="1" latinLnBrk="0" hangingPunct="1">
              <a:spcBef>
                <a:spcPts val="300"/>
              </a:spcBef>
              <a:buClr>
                <a:schemeClr val="bg1">
                  <a:lumMod val="50000"/>
                </a:schemeClr>
              </a:buClr>
              <a:buSzPct val="65000"/>
              <a:buFont typeface="Lucida Grande" panose="020B0600040502020204" pitchFamily="34" charset="0"/>
              <a:buNone/>
              <a:tabLst/>
              <a:defRPr sz="2000" kern="1200">
                <a:solidFill>
                  <a:schemeClr val="bg1">
                    <a:lumMod val="50000"/>
                  </a:schemeClr>
                </a:solidFill>
                <a:latin typeface="+mn-lt"/>
                <a:ea typeface="+mn-ea"/>
                <a:cs typeface="+mn-cs"/>
              </a:defRPr>
            </a:lvl3pPr>
            <a:lvl4pPr marL="0" indent="0" algn="l" defTabSz="914314" rtl="0" eaLnBrk="1" latinLnBrk="0" hangingPunct="1">
              <a:spcBef>
                <a:spcPts val="300"/>
              </a:spcBef>
              <a:buClr>
                <a:schemeClr val="accent1"/>
              </a:buClr>
              <a:buSzPct val="100000"/>
              <a:buFont typeface="LucidaGrande" charset="0"/>
              <a:buNone/>
              <a:tabLst/>
              <a:defRPr sz="2000" kern="1200">
                <a:solidFill>
                  <a:schemeClr val="bg1">
                    <a:lumMod val="50000"/>
                  </a:schemeClr>
                </a:solidFill>
                <a:latin typeface="+mn-lt"/>
                <a:ea typeface="+mn-ea"/>
                <a:cs typeface="+mn-cs"/>
              </a:defRPr>
            </a:lvl4pPr>
            <a:lvl5pPr marL="0" indent="0" algn="l" defTabSz="914314" rtl="0" eaLnBrk="1" latinLnBrk="0" hangingPunct="1">
              <a:spcBef>
                <a:spcPts val="300"/>
              </a:spcBef>
              <a:buClr>
                <a:schemeClr val="bg1">
                  <a:lumMod val="50000"/>
                </a:schemeClr>
              </a:buClr>
              <a:buFont typeface=".HelveticaNeueDeskInterface-Regular"/>
              <a:buNone/>
              <a:tabLst/>
              <a:defRPr sz="2000" kern="1200">
                <a:solidFill>
                  <a:schemeClr val="bg1">
                    <a:lumMod val="50000"/>
                  </a:schemeClr>
                </a:solidFill>
                <a:latin typeface="+mn-lt"/>
                <a:ea typeface="+mn-ea"/>
                <a:cs typeface="+mn-cs"/>
              </a:defRPr>
            </a:lvl5pPr>
            <a:lvl6pPr marL="2514364"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522"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79"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35"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600" b="1" dirty="0">
              <a:solidFill>
                <a:schemeClr val="tx1"/>
              </a:solidFill>
              <a:latin typeface="Segoe UI"/>
              <a:cs typeface="Segoe UI"/>
            </a:endParaRPr>
          </a:p>
        </p:txBody>
      </p:sp>
      <p:sp>
        <p:nvSpPr>
          <p:cNvPr id="5" name="Title 1">
            <a:extLst>
              <a:ext uri="{FF2B5EF4-FFF2-40B4-BE49-F238E27FC236}">
                <a16:creationId xmlns:a16="http://schemas.microsoft.com/office/drawing/2014/main" id="{B0B7DAD6-254C-54C1-4041-CB1CBC961357}"/>
              </a:ext>
            </a:extLst>
          </p:cNvPr>
          <p:cNvSpPr txBox="1">
            <a:spLocks/>
          </p:cNvSpPr>
          <p:nvPr/>
        </p:nvSpPr>
        <p:spPr>
          <a:xfrm>
            <a:off x="5048117" y="3045952"/>
            <a:ext cx="6775668" cy="1595336"/>
          </a:xfrm>
          <a:prstGeom prst="rect">
            <a:avLst/>
          </a:prstGeom>
        </p:spPr>
        <p:txBody>
          <a:bodyPr vert="horz" lIns="0" tIns="0" rIns="0" bIns="45720" rtlCol="0" anchor="b" anchorCtr="0">
            <a:normAutofit fontScale="70000" lnSpcReduction="20000"/>
          </a:bodyPr>
          <a:lstStyle>
            <a:lvl1pPr algn="l" defTabSz="914314" rtl="0" eaLnBrk="1" latinLnBrk="0" hangingPunct="1">
              <a:lnSpc>
                <a:spcPct val="95000"/>
              </a:lnSpc>
              <a:spcBef>
                <a:spcPct val="0"/>
              </a:spcBef>
              <a:buNone/>
              <a:defRPr sz="4000" b="0" i="0" kern="1200">
                <a:solidFill>
                  <a:schemeClr val="tx2"/>
                </a:solidFill>
                <a:latin typeface="Arial Black" panose="020B0604020202020204" pitchFamily="34" charset="0"/>
                <a:ea typeface="+mj-ea"/>
                <a:cs typeface="Arial Black" panose="020B0604020202020204" pitchFamily="34" charset="0"/>
              </a:defRPr>
            </a:lvl1pPr>
          </a:lstStyle>
          <a:p>
            <a:br>
              <a:rPr lang="en-US" sz="3200" dirty="0">
                <a:solidFill>
                  <a:srgbClr val="7030A0"/>
                </a:solidFill>
              </a:rPr>
            </a:br>
            <a:r>
              <a:rPr lang="en-US" sz="3200" dirty="0">
                <a:solidFill>
                  <a:srgbClr val="7030A0"/>
                </a:solidFill>
              </a:rPr>
              <a:t>4</a:t>
            </a:r>
            <a:r>
              <a:rPr lang="en-US" sz="3200" baseline="30000" dirty="0">
                <a:solidFill>
                  <a:srgbClr val="7030A0"/>
                </a:solidFill>
              </a:rPr>
              <a:t>th</a:t>
            </a:r>
            <a:r>
              <a:rPr lang="en-US" sz="3200" dirty="0">
                <a:solidFill>
                  <a:srgbClr val="7030A0"/>
                </a:solidFill>
              </a:rPr>
              <a:t> PDM Conference</a:t>
            </a:r>
          </a:p>
          <a:p>
            <a:endParaRPr lang="en-US" sz="3200" dirty="0">
              <a:solidFill>
                <a:srgbClr val="7030A0"/>
              </a:solidFill>
            </a:endParaRPr>
          </a:p>
          <a:p>
            <a:r>
              <a:rPr lang="en-US" sz="3200" dirty="0">
                <a:solidFill>
                  <a:srgbClr val="7030A0"/>
                </a:solidFill>
              </a:rPr>
              <a:t>Global financial risks:</a:t>
            </a:r>
          </a:p>
          <a:p>
            <a:r>
              <a:rPr lang="en-US" sz="3200" dirty="0">
                <a:solidFill>
                  <a:srgbClr val="7030A0"/>
                </a:solidFill>
              </a:rPr>
              <a:t>spillovers and sovereign market impacts</a:t>
            </a:r>
            <a:br>
              <a:rPr lang="en-US" sz="3200" dirty="0">
                <a:solidFill>
                  <a:srgbClr val="7030A0"/>
                </a:solidFill>
              </a:rPr>
            </a:br>
            <a:endParaRPr lang="en-US" sz="27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75466260"/>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AB48A5-494E-CC2E-0D66-93D72C564F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F612AB-6A81-9820-2573-66A91B47B1A0}"/>
              </a:ext>
            </a:extLst>
          </p:cNvPr>
          <p:cNvSpPr>
            <a:spLocks noGrp="1"/>
          </p:cNvSpPr>
          <p:nvPr>
            <p:ph type="title"/>
          </p:nvPr>
        </p:nvSpPr>
        <p:spPr>
          <a:xfrm>
            <a:off x="205740" y="104071"/>
            <a:ext cx="11857729" cy="850635"/>
          </a:xfrm>
        </p:spPr>
        <p:txBody>
          <a:bodyPr>
            <a:normAutofit/>
          </a:bodyPr>
          <a:lstStyle/>
          <a:p>
            <a:r>
              <a:rPr lang="en-US" sz="3000" kern="0" dirty="0">
                <a:solidFill>
                  <a:schemeClr val="bg1"/>
                </a:solidFill>
                <a:latin typeface="Franklin Gothic Medium" panose="020B0603020102020204" pitchFamily="34" charset="0"/>
                <a:ea typeface="+mn-ea"/>
                <a:cs typeface="+mn-cs"/>
              </a:rPr>
              <a:t>Structural Shifts in U.S. Fiscal Policy Create Global Spillover Triggers</a:t>
            </a:r>
          </a:p>
        </p:txBody>
      </p:sp>
      <p:pic>
        <p:nvPicPr>
          <p:cNvPr id="6" name="Picture 5">
            <a:extLst>
              <a:ext uri="{FF2B5EF4-FFF2-40B4-BE49-F238E27FC236}">
                <a16:creationId xmlns:a16="http://schemas.microsoft.com/office/drawing/2014/main" id="{37AB5EB2-3597-AC00-A4AD-323E45C6483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1251" y="1670563"/>
            <a:ext cx="3894849" cy="2435379"/>
          </a:xfrm>
          <a:prstGeom prst="rect">
            <a:avLst/>
          </a:prstGeom>
        </p:spPr>
      </p:pic>
      <p:pic>
        <p:nvPicPr>
          <p:cNvPr id="8" name="Picture 7">
            <a:extLst>
              <a:ext uri="{FF2B5EF4-FFF2-40B4-BE49-F238E27FC236}">
                <a16:creationId xmlns:a16="http://schemas.microsoft.com/office/drawing/2014/main" id="{A77B98F5-98BF-EE1A-8F9B-5BAF9EA9AC11}"/>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4131187" y="1711715"/>
            <a:ext cx="3894849" cy="2435379"/>
          </a:xfrm>
          <a:prstGeom prst="rect">
            <a:avLst/>
          </a:prstGeom>
        </p:spPr>
      </p:pic>
      <p:pic>
        <p:nvPicPr>
          <p:cNvPr id="10" name="Picture 9">
            <a:extLst>
              <a:ext uri="{FF2B5EF4-FFF2-40B4-BE49-F238E27FC236}">
                <a16:creationId xmlns:a16="http://schemas.microsoft.com/office/drawing/2014/main" id="{A8251D54-9FF5-0AF8-A959-E0E5424E14F5}"/>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8154696" y="1730059"/>
            <a:ext cx="3894849" cy="2435379"/>
          </a:xfrm>
          <a:prstGeom prst="rect">
            <a:avLst/>
          </a:prstGeom>
        </p:spPr>
      </p:pic>
      <p:sp>
        <p:nvSpPr>
          <p:cNvPr id="11" name="Content Placeholder 8">
            <a:extLst>
              <a:ext uri="{FF2B5EF4-FFF2-40B4-BE49-F238E27FC236}">
                <a16:creationId xmlns:a16="http://schemas.microsoft.com/office/drawing/2014/main" id="{9624DD70-93CB-09B9-DC33-3BA8609FEC30}"/>
              </a:ext>
            </a:extLst>
          </p:cNvPr>
          <p:cNvSpPr>
            <a:spLocks noGrp="1"/>
          </p:cNvSpPr>
          <p:nvPr>
            <p:ph sz="quarter" idx="13"/>
          </p:nvPr>
        </p:nvSpPr>
        <p:spPr>
          <a:xfrm>
            <a:off x="194029" y="4737837"/>
            <a:ext cx="3689292" cy="645265"/>
          </a:xfrm>
        </p:spPr>
        <p:txBody>
          <a:bodyPr vert="horz" lIns="0" tIns="137160" rIns="0" bIns="0" rtlCol="0" anchor="t">
            <a:normAutofit/>
          </a:bodyPr>
          <a:lstStyle/>
          <a:p>
            <a:pPr algn="ctr">
              <a:spcBef>
                <a:spcPts val="600"/>
              </a:spcBef>
              <a:spcAft>
                <a:spcPts val="600"/>
              </a:spcAft>
              <a:buClrTx/>
              <a:tabLst>
                <a:tab pos="457200" algn="l"/>
              </a:tabLst>
            </a:pPr>
            <a:r>
              <a:rPr lang="en-US" sz="1600" dirty="0">
                <a:latin typeface="Segoe UI"/>
                <a:cs typeface="Segoe UI"/>
              </a:rPr>
              <a:t>Private investors replacing Fed as marginal buyers</a:t>
            </a:r>
          </a:p>
        </p:txBody>
      </p:sp>
      <p:sp>
        <p:nvSpPr>
          <p:cNvPr id="12" name="Content Placeholder 8">
            <a:extLst>
              <a:ext uri="{FF2B5EF4-FFF2-40B4-BE49-F238E27FC236}">
                <a16:creationId xmlns:a16="http://schemas.microsoft.com/office/drawing/2014/main" id="{17B37AEA-B38F-4F11-1A00-26B0E269C72D}"/>
              </a:ext>
            </a:extLst>
          </p:cNvPr>
          <p:cNvSpPr txBox="1">
            <a:spLocks/>
          </p:cNvSpPr>
          <p:nvPr/>
        </p:nvSpPr>
        <p:spPr>
          <a:xfrm>
            <a:off x="4286548" y="4732236"/>
            <a:ext cx="3580158" cy="645265"/>
          </a:xfrm>
          <a:prstGeom prst="rect">
            <a:avLst/>
          </a:prstGeom>
        </p:spPr>
        <p:txBody>
          <a:bodyPr vert="horz" lIns="0" tIns="137160" rIns="0" bIns="0" rtlCol="0" anchor="t">
            <a:normAutofit/>
          </a:bodyPr>
          <a:lstStyle>
            <a:lvl1pPr marL="0" indent="0" algn="l" defTabSz="914314" rtl="0" eaLnBrk="1" latinLnBrk="0" hangingPunct="1">
              <a:spcBef>
                <a:spcPts val="2400"/>
              </a:spcBef>
              <a:buClr>
                <a:schemeClr val="accent1"/>
              </a:buClr>
              <a:buSzPct val="110000"/>
              <a:buFont typeface="Wingdings" charset="2"/>
              <a:buNone/>
              <a:tabLst/>
              <a:defRPr sz="2000" kern="1200">
                <a:solidFill>
                  <a:schemeClr val="tx1"/>
                </a:solidFill>
                <a:latin typeface="+mn-lt"/>
                <a:ea typeface="+mn-ea"/>
                <a:cs typeface="+mn-cs"/>
              </a:defRPr>
            </a:lvl1pPr>
            <a:lvl2pPr marL="233363" indent="-233363" algn="l" defTabSz="914314" rtl="0" eaLnBrk="1" latinLnBrk="0" hangingPunct="1">
              <a:spcBef>
                <a:spcPts val="600"/>
              </a:spcBef>
              <a:buClr>
                <a:schemeClr val="accent1"/>
              </a:buClr>
              <a:buSzPct val="100000"/>
              <a:buFont typeface="Wingdings" pitchFamily="2" charset="2"/>
              <a:buChar char="§"/>
              <a:tabLst/>
              <a:defRPr sz="2000" kern="1200">
                <a:solidFill>
                  <a:schemeClr val="tx1"/>
                </a:solidFill>
                <a:latin typeface="+mn-lt"/>
                <a:ea typeface="+mn-ea"/>
                <a:cs typeface="+mn-cs"/>
              </a:defRPr>
            </a:lvl2pPr>
            <a:lvl3pPr marL="458788" indent="-225425" algn="l" defTabSz="914314" rtl="0" eaLnBrk="1" latinLnBrk="0" hangingPunct="1">
              <a:spcBef>
                <a:spcPts val="600"/>
              </a:spcBef>
              <a:buClr>
                <a:schemeClr val="bg1">
                  <a:lumMod val="50000"/>
                </a:schemeClr>
              </a:buClr>
              <a:buSzPct val="65000"/>
              <a:buFont typeface="Lucida Grande" panose="020B0600040502020204" pitchFamily="34" charset="0"/>
              <a:buChar char="▶"/>
              <a:tabLst/>
              <a:defRPr sz="2000" kern="1200">
                <a:solidFill>
                  <a:schemeClr val="tx1"/>
                </a:solidFill>
                <a:latin typeface="+mn-lt"/>
                <a:ea typeface="+mn-ea"/>
                <a:cs typeface="+mn-cs"/>
              </a:defRPr>
            </a:lvl3pPr>
            <a:lvl4pPr marL="692150" indent="-233363" algn="l" defTabSz="914314" rtl="0" eaLnBrk="1" latinLnBrk="0" hangingPunct="1">
              <a:spcBef>
                <a:spcPts val="600"/>
              </a:spcBef>
              <a:buClr>
                <a:schemeClr val="accent1"/>
              </a:buClr>
              <a:buSzPct val="100000"/>
              <a:buFont typeface="LucidaGrande" charset="0"/>
              <a:buChar char="◆"/>
              <a:tabLst/>
              <a:defRPr sz="2000" kern="1200">
                <a:solidFill>
                  <a:schemeClr val="tx1"/>
                </a:solidFill>
                <a:latin typeface="+mn-lt"/>
                <a:ea typeface="+mn-ea"/>
                <a:cs typeface="+mn-cs"/>
              </a:defRPr>
            </a:lvl4pPr>
            <a:lvl5pPr marL="917575" indent="-225425" algn="l" defTabSz="914314" rtl="0" eaLnBrk="1" latinLnBrk="0" hangingPunct="1">
              <a:spcBef>
                <a:spcPts val="600"/>
              </a:spcBef>
              <a:buClr>
                <a:schemeClr val="bg1">
                  <a:lumMod val="50000"/>
                </a:schemeClr>
              </a:buClr>
              <a:buFont typeface=".HelveticaNeueDeskInterface-Regular"/>
              <a:buChar char="●"/>
              <a:tabLst/>
              <a:defRPr sz="2000" kern="1200">
                <a:solidFill>
                  <a:schemeClr val="tx1"/>
                </a:solidFill>
                <a:latin typeface="+mn-lt"/>
                <a:ea typeface="+mn-ea"/>
                <a:cs typeface="+mn-cs"/>
              </a:defRPr>
            </a:lvl5pPr>
            <a:lvl6pPr marL="2514364"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522"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79"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35"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spcBef>
                <a:spcPts val="600"/>
              </a:spcBef>
              <a:spcAft>
                <a:spcPts val="600"/>
              </a:spcAft>
              <a:buClrTx/>
              <a:tabLst>
                <a:tab pos="457200" algn="l"/>
              </a:tabLst>
            </a:pPr>
            <a:r>
              <a:rPr lang="en-US" sz="1600" dirty="0">
                <a:latin typeface="Segoe UI"/>
                <a:cs typeface="Segoe UI"/>
              </a:rPr>
              <a:t>U.S. and other AE shift toward short-term debt</a:t>
            </a:r>
          </a:p>
        </p:txBody>
      </p:sp>
      <p:sp>
        <p:nvSpPr>
          <p:cNvPr id="15" name="Content Placeholder 8">
            <a:extLst>
              <a:ext uri="{FF2B5EF4-FFF2-40B4-BE49-F238E27FC236}">
                <a16:creationId xmlns:a16="http://schemas.microsoft.com/office/drawing/2014/main" id="{C9E82C11-32A4-1AC5-2EEC-63AC93F44C88}"/>
              </a:ext>
            </a:extLst>
          </p:cNvPr>
          <p:cNvSpPr txBox="1">
            <a:spLocks/>
          </p:cNvSpPr>
          <p:nvPr/>
        </p:nvSpPr>
        <p:spPr>
          <a:xfrm>
            <a:off x="8292312" y="4718966"/>
            <a:ext cx="3619615" cy="484003"/>
          </a:xfrm>
          <a:prstGeom prst="rect">
            <a:avLst/>
          </a:prstGeom>
        </p:spPr>
        <p:txBody>
          <a:bodyPr vert="horz" lIns="0" tIns="137160" rIns="0" bIns="0" rtlCol="0" anchor="t">
            <a:normAutofit/>
          </a:bodyPr>
          <a:lstStyle>
            <a:lvl1pPr marL="0" indent="0" algn="l" defTabSz="914314" rtl="0" eaLnBrk="1" latinLnBrk="0" hangingPunct="1">
              <a:spcBef>
                <a:spcPts val="2400"/>
              </a:spcBef>
              <a:buClr>
                <a:schemeClr val="accent1"/>
              </a:buClr>
              <a:buSzPct val="110000"/>
              <a:buFont typeface="Wingdings" charset="2"/>
              <a:buNone/>
              <a:tabLst/>
              <a:defRPr sz="2000" kern="1200">
                <a:solidFill>
                  <a:schemeClr val="tx1"/>
                </a:solidFill>
                <a:latin typeface="+mn-lt"/>
                <a:ea typeface="+mn-ea"/>
                <a:cs typeface="+mn-cs"/>
              </a:defRPr>
            </a:lvl1pPr>
            <a:lvl2pPr marL="233363" indent="-233363" algn="l" defTabSz="914314" rtl="0" eaLnBrk="1" latinLnBrk="0" hangingPunct="1">
              <a:spcBef>
                <a:spcPts val="600"/>
              </a:spcBef>
              <a:buClr>
                <a:schemeClr val="accent1"/>
              </a:buClr>
              <a:buSzPct val="100000"/>
              <a:buFont typeface="Wingdings" pitchFamily="2" charset="2"/>
              <a:buChar char="§"/>
              <a:tabLst/>
              <a:defRPr sz="2000" kern="1200">
                <a:solidFill>
                  <a:schemeClr val="tx1"/>
                </a:solidFill>
                <a:latin typeface="+mn-lt"/>
                <a:ea typeface="+mn-ea"/>
                <a:cs typeface="+mn-cs"/>
              </a:defRPr>
            </a:lvl2pPr>
            <a:lvl3pPr marL="458788" indent="-225425" algn="l" defTabSz="914314" rtl="0" eaLnBrk="1" latinLnBrk="0" hangingPunct="1">
              <a:spcBef>
                <a:spcPts val="600"/>
              </a:spcBef>
              <a:buClr>
                <a:schemeClr val="bg1">
                  <a:lumMod val="50000"/>
                </a:schemeClr>
              </a:buClr>
              <a:buSzPct val="65000"/>
              <a:buFont typeface="Lucida Grande" panose="020B0600040502020204" pitchFamily="34" charset="0"/>
              <a:buChar char="▶"/>
              <a:tabLst/>
              <a:defRPr sz="2000" kern="1200">
                <a:solidFill>
                  <a:schemeClr val="tx1"/>
                </a:solidFill>
                <a:latin typeface="+mn-lt"/>
                <a:ea typeface="+mn-ea"/>
                <a:cs typeface="+mn-cs"/>
              </a:defRPr>
            </a:lvl3pPr>
            <a:lvl4pPr marL="692150" indent="-233363" algn="l" defTabSz="914314" rtl="0" eaLnBrk="1" latinLnBrk="0" hangingPunct="1">
              <a:spcBef>
                <a:spcPts val="600"/>
              </a:spcBef>
              <a:buClr>
                <a:schemeClr val="accent1"/>
              </a:buClr>
              <a:buSzPct val="100000"/>
              <a:buFont typeface="LucidaGrande" charset="0"/>
              <a:buChar char="◆"/>
              <a:tabLst/>
              <a:defRPr sz="2000" kern="1200">
                <a:solidFill>
                  <a:schemeClr val="tx1"/>
                </a:solidFill>
                <a:latin typeface="+mn-lt"/>
                <a:ea typeface="+mn-ea"/>
                <a:cs typeface="+mn-cs"/>
              </a:defRPr>
            </a:lvl4pPr>
            <a:lvl5pPr marL="917575" indent="-225425" algn="l" defTabSz="914314" rtl="0" eaLnBrk="1" latinLnBrk="0" hangingPunct="1">
              <a:spcBef>
                <a:spcPts val="600"/>
              </a:spcBef>
              <a:buClr>
                <a:schemeClr val="bg1">
                  <a:lumMod val="50000"/>
                </a:schemeClr>
              </a:buClr>
              <a:buFont typeface=".HelveticaNeueDeskInterface-Regular"/>
              <a:buChar char="●"/>
              <a:tabLst/>
              <a:defRPr sz="2000" kern="1200">
                <a:solidFill>
                  <a:schemeClr val="tx1"/>
                </a:solidFill>
                <a:latin typeface="+mn-lt"/>
                <a:ea typeface="+mn-ea"/>
                <a:cs typeface="+mn-cs"/>
              </a:defRPr>
            </a:lvl5pPr>
            <a:lvl6pPr marL="2514364"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522"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79"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35"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spcBef>
                <a:spcPts val="600"/>
              </a:spcBef>
              <a:spcAft>
                <a:spcPts val="600"/>
              </a:spcAft>
              <a:buClrTx/>
              <a:tabLst>
                <a:tab pos="457200" algn="l"/>
              </a:tabLst>
            </a:pPr>
            <a:r>
              <a:rPr lang="en-US" sz="1600" dirty="0">
                <a:latin typeface="Segoe UI"/>
                <a:cs typeface="Segoe UI"/>
              </a:rPr>
              <a:t>"exorbitant privilege" eroding</a:t>
            </a:r>
          </a:p>
        </p:txBody>
      </p:sp>
      <p:sp>
        <p:nvSpPr>
          <p:cNvPr id="16" name="Content Placeholder 8">
            <a:extLst>
              <a:ext uri="{FF2B5EF4-FFF2-40B4-BE49-F238E27FC236}">
                <a16:creationId xmlns:a16="http://schemas.microsoft.com/office/drawing/2014/main" id="{084DF2C0-950B-F1C3-FCF6-CAE0734C4DE9}"/>
              </a:ext>
            </a:extLst>
          </p:cNvPr>
          <p:cNvSpPr txBox="1">
            <a:spLocks/>
          </p:cNvSpPr>
          <p:nvPr/>
        </p:nvSpPr>
        <p:spPr>
          <a:xfrm>
            <a:off x="4588223" y="4311991"/>
            <a:ext cx="3092762" cy="469495"/>
          </a:xfrm>
          <a:prstGeom prst="rect">
            <a:avLst/>
          </a:prstGeom>
        </p:spPr>
        <p:txBody>
          <a:bodyPr vert="horz" lIns="0" tIns="137160" rIns="0" bIns="0" rtlCol="0" anchor="t">
            <a:normAutofit/>
          </a:bodyPr>
          <a:lstStyle>
            <a:lvl1pPr marL="0" indent="0" algn="l" defTabSz="914314" rtl="0" eaLnBrk="1" latinLnBrk="0" hangingPunct="1">
              <a:spcBef>
                <a:spcPts val="2400"/>
              </a:spcBef>
              <a:buClr>
                <a:schemeClr val="accent1"/>
              </a:buClr>
              <a:buSzPct val="110000"/>
              <a:buFont typeface="Wingdings" charset="2"/>
              <a:buNone/>
              <a:tabLst/>
              <a:defRPr sz="2000" kern="1200">
                <a:solidFill>
                  <a:schemeClr val="tx1"/>
                </a:solidFill>
                <a:latin typeface="+mn-lt"/>
                <a:ea typeface="+mn-ea"/>
                <a:cs typeface="+mn-cs"/>
              </a:defRPr>
            </a:lvl1pPr>
            <a:lvl2pPr marL="233363" indent="-233363" algn="l" defTabSz="914314" rtl="0" eaLnBrk="1" latinLnBrk="0" hangingPunct="1">
              <a:spcBef>
                <a:spcPts val="600"/>
              </a:spcBef>
              <a:buClr>
                <a:schemeClr val="accent1"/>
              </a:buClr>
              <a:buSzPct val="100000"/>
              <a:buFont typeface="Wingdings" pitchFamily="2" charset="2"/>
              <a:buChar char="§"/>
              <a:tabLst/>
              <a:defRPr sz="2000" kern="1200">
                <a:solidFill>
                  <a:schemeClr val="tx1"/>
                </a:solidFill>
                <a:latin typeface="+mn-lt"/>
                <a:ea typeface="+mn-ea"/>
                <a:cs typeface="+mn-cs"/>
              </a:defRPr>
            </a:lvl2pPr>
            <a:lvl3pPr marL="458788" indent="-225425" algn="l" defTabSz="914314" rtl="0" eaLnBrk="1" latinLnBrk="0" hangingPunct="1">
              <a:spcBef>
                <a:spcPts val="600"/>
              </a:spcBef>
              <a:buClr>
                <a:schemeClr val="bg1">
                  <a:lumMod val="50000"/>
                </a:schemeClr>
              </a:buClr>
              <a:buSzPct val="65000"/>
              <a:buFont typeface="Lucida Grande" panose="020B0600040502020204" pitchFamily="34" charset="0"/>
              <a:buChar char="▶"/>
              <a:tabLst/>
              <a:defRPr sz="2000" kern="1200">
                <a:solidFill>
                  <a:schemeClr val="tx1"/>
                </a:solidFill>
                <a:latin typeface="+mn-lt"/>
                <a:ea typeface="+mn-ea"/>
                <a:cs typeface="+mn-cs"/>
              </a:defRPr>
            </a:lvl3pPr>
            <a:lvl4pPr marL="692150" indent="-233363" algn="l" defTabSz="914314" rtl="0" eaLnBrk="1" latinLnBrk="0" hangingPunct="1">
              <a:spcBef>
                <a:spcPts val="600"/>
              </a:spcBef>
              <a:buClr>
                <a:schemeClr val="accent1"/>
              </a:buClr>
              <a:buSzPct val="100000"/>
              <a:buFont typeface="LucidaGrande" charset="0"/>
              <a:buChar char="◆"/>
              <a:tabLst/>
              <a:defRPr sz="2000" kern="1200">
                <a:solidFill>
                  <a:schemeClr val="tx1"/>
                </a:solidFill>
                <a:latin typeface="+mn-lt"/>
                <a:ea typeface="+mn-ea"/>
                <a:cs typeface="+mn-cs"/>
              </a:defRPr>
            </a:lvl4pPr>
            <a:lvl5pPr marL="917575" indent="-225425" algn="l" defTabSz="914314" rtl="0" eaLnBrk="1" latinLnBrk="0" hangingPunct="1">
              <a:spcBef>
                <a:spcPts val="600"/>
              </a:spcBef>
              <a:buClr>
                <a:schemeClr val="bg1">
                  <a:lumMod val="50000"/>
                </a:schemeClr>
              </a:buClr>
              <a:buFont typeface=".HelveticaNeueDeskInterface-Regular"/>
              <a:buChar char="●"/>
              <a:tabLst/>
              <a:defRPr sz="2000" kern="1200">
                <a:solidFill>
                  <a:schemeClr val="tx1"/>
                </a:solidFill>
                <a:latin typeface="+mn-lt"/>
                <a:ea typeface="+mn-ea"/>
                <a:cs typeface="+mn-cs"/>
              </a:defRPr>
            </a:lvl5pPr>
            <a:lvl6pPr marL="2514364"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522"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79"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35"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spcBef>
                <a:spcPts val="0"/>
              </a:spcBef>
              <a:buClrTx/>
              <a:tabLst>
                <a:tab pos="457200" algn="l"/>
              </a:tabLst>
            </a:pPr>
            <a:r>
              <a:rPr lang="en-US" sz="1600" b="1" dirty="0">
                <a:latin typeface="Segoe UI"/>
                <a:cs typeface="Segoe UI"/>
              </a:rPr>
              <a:t>Changing debt structure</a:t>
            </a:r>
            <a:endParaRPr lang="en-US" sz="1600" dirty="0">
              <a:latin typeface="Segoe UI"/>
              <a:cs typeface="Segoe UI"/>
            </a:endParaRPr>
          </a:p>
        </p:txBody>
      </p:sp>
      <p:sp>
        <p:nvSpPr>
          <p:cNvPr id="17" name="Content Placeholder 8">
            <a:extLst>
              <a:ext uri="{FF2B5EF4-FFF2-40B4-BE49-F238E27FC236}">
                <a16:creationId xmlns:a16="http://schemas.microsoft.com/office/drawing/2014/main" id="{A9F544E0-3AD7-5A37-486E-254315F0A4AE}"/>
              </a:ext>
            </a:extLst>
          </p:cNvPr>
          <p:cNvSpPr txBox="1">
            <a:spLocks/>
          </p:cNvSpPr>
          <p:nvPr/>
        </p:nvSpPr>
        <p:spPr>
          <a:xfrm>
            <a:off x="4588223" y="5540660"/>
            <a:ext cx="3092762" cy="469495"/>
          </a:xfrm>
          <a:prstGeom prst="rect">
            <a:avLst/>
          </a:prstGeom>
        </p:spPr>
        <p:txBody>
          <a:bodyPr vert="horz" lIns="0" tIns="137160" rIns="0" bIns="0" rtlCol="0" anchor="t">
            <a:normAutofit/>
          </a:bodyPr>
          <a:lstStyle>
            <a:lvl1pPr marL="0" indent="0" algn="l" defTabSz="914314" rtl="0" eaLnBrk="1" latinLnBrk="0" hangingPunct="1">
              <a:spcBef>
                <a:spcPts val="2400"/>
              </a:spcBef>
              <a:buClr>
                <a:schemeClr val="accent1"/>
              </a:buClr>
              <a:buSzPct val="110000"/>
              <a:buFont typeface="Wingdings" charset="2"/>
              <a:buNone/>
              <a:tabLst/>
              <a:defRPr sz="2000" kern="1200">
                <a:solidFill>
                  <a:schemeClr val="tx1"/>
                </a:solidFill>
                <a:latin typeface="+mn-lt"/>
                <a:ea typeface="+mn-ea"/>
                <a:cs typeface="+mn-cs"/>
              </a:defRPr>
            </a:lvl1pPr>
            <a:lvl2pPr marL="233363" indent="-233363" algn="l" defTabSz="914314" rtl="0" eaLnBrk="1" latinLnBrk="0" hangingPunct="1">
              <a:spcBef>
                <a:spcPts val="600"/>
              </a:spcBef>
              <a:buClr>
                <a:schemeClr val="accent1"/>
              </a:buClr>
              <a:buSzPct val="100000"/>
              <a:buFont typeface="Wingdings" pitchFamily="2" charset="2"/>
              <a:buChar char="§"/>
              <a:tabLst/>
              <a:defRPr sz="2000" kern="1200">
                <a:solidFill>
                  <a:schemeClr val="tx1"/>
                </a:solidFill>
                <a:latin typeface="+mn-lt"/>
                <a:ea typeface="+mn-ea"/>
                <a:cs typeface="+mn-cs"/>
              </a:defRPr>
            </a:lvl2pPr>
            <a:lvl3pPr marL="458788" indent="-225425" algn="l" defTabSz="914314" rtl="0" eaLnBrk="1" latinLnBrk="0" hangingPunct="1">
              <a:spcBef>
                <a:spcPts val="600"/>
              </a:spcBef>
              <a:buClr>
                <a:schemeClr val="bg1">
                  <a:lumMod val="50000"/>
                </a:schemeClr>
              </a:buClr>
              <a:buSzPct val="65000"/>
              <a:buFont typeface="Lucida Grande" panose="020B0600040502020204" pitchFamily="34" charset="0"/>
              <a:buChar char="▶"/>
              <a:tabLst/>
              <a:defRPr sz="2000" kern="1200">
                <a:solidFill>
                  <a:schemeClr val="tx1"/>
                </a:solidFill>
                <a:latin typeface="+mn-lt"/>
                <a:ea typeface="+mn-ea"/>
                <a:cs typeface="+mn-cs"/>
              </a:defRPr>
            </a:lvl3pPr>
            <a:lvl4pPr marL="692150" indent="-233363" algn="l" defTabSz="914314" rtl="0" eaLnBrk="1" latinLnBrk="0" hangingPunct="1">
              <a:spcBef>
                <a:spcPts val="600"/>
              </a:spcBef>
              <a:buClr>
                <a:schemeClr val="accent1"/>
              </a:buClr>
              <a:buSzPct val="100000"/>
              <a:buFont typeface="LucidaGrande" charset="0"/>
              <a:buChar char="◆"/>
              <a:tabLst/>
              <a:defRPr sz="2000" kern="1200">
                <a:solidFill>
                  <a:schemeClr val="tx1"/>
                </a:solidFill>
                <a:latin typeface="+mn-lt"/>
                <a:ea typeface="+mn-ea"/>
                <a:cs typeface="+mn-cs"/>
              </a:defRPr>
            </a:lvl4pPr>
            <a:lvl5pPr marL="917575" indent="-225425" algn="l" defTabSz="914314" rtl="0" eaLnBrk="1" latinLnBrk="0" hangingPunct="1">
              <a:spcBef>
                <a:spcPts val="600"/>
              </a:spcBef>
              <a:buClr>
                <a:schemeClr val="bg1">
                  <a:lumMod val="50000"/>
                </a:schemeClr>
              </a:buClr>
              <a:buFont typeface=".HelveticaNeueDeskInterface-Regular"/>
              <a:buChar char="●"/>
              <a:tabLst/>
              <a:defRPr sz="2000" kern="1200">
                <a:solidFill>
                  <a:schemeClr val="tx1"/>
                </a:solidFill>
                <a:latin typeface="+mn-lt"/>
                <a:ea typeface="+mn-ea"/>
                <a:cs typeface="+mn-cs"/>
              </a:defRPr>
            </a:lvl5pPr>
            <a:lvl6pPr marL="2514364"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522"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79"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35"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spcBef>
                <a:spcPts val="0"/>
              </a:spcBef>
              <a:buClrTx/>
              <a:tabLst>
                <a:tab pos="457200" algn="l"/>
              </a:tabLst>
            </a:pPr>
            <a:r>
              <a:rPr lang="en-US" sz="1600" b="1" dirty="0">
                <a:latin typeface="Segoe UI"/>
                <a:cs typeface="Segoe UI"/>
              </a:rPr>
              <a:t>Global implications</a:t>
            </a:r>
            <a:endParaRPr lang="en-US" sz="1600" dirty="0">
              <a:latin typeface="Segoe UI"/>
              <a:cs typeface="Segoe UI"/>
            </a:endParaRPr>
          </a:p>
        </p:txBody>
      </p:sp>
      <p:sp>
        <p:nvSpPr>
          <p:cNvPr id="18" name="Content Placeholder 8">
            <a:extLst>
              <a:ext uri="{FF2B5EF4-FFF2-40B4-BE49-F238E27FC236}">
                <a16:creationId xmlns:a16="http://schemas.microsoft.com/office/drawing/2014/main" id="{5C4F9E9B-FED9-6F4C-D02F-4EF6BB804219}"/>
              </a:ext>
            </a:extLst>
          </p:cNvPr>
          <p:cNvSpPr txBox="1">
            <a:spLocks/>
          </p:cNvSpPr>
          <p:nvPr/>
        </p:nvSpPr>
        <p:spPr>
          <a:xfrm>
            <a:off x="205740" y="5973785"/>
            <a:ext cx="3514480" cy="773484"/>
          </a:xfrm>
          <a:prstGeom prst="rect">
            <a:avLst/>
          </a:prstGeom>
        </p:spPr>
        <p:txBody>
          <a:bodyPr vert="horz" lIns="0" tIns="137160" rIns="0" bIns="0" rtlCol="0" anchor="t">
            <a:normAutofit/>
          </a:bodyPr>
          <a:lstStyle>
            <a:lvl1pPr marL="0" indent="0" algn="l" defTabSz="914314" rtl="0" eaLnBrk="1" latinLnBrk="0" hangingPunct="1">
              <a:spcBef>
                <a:spcPts val="2400"/>
              </a:spcBef>
              <a:buClr>
                <a:schemeClr val="accent1"/>
              </a:buClr>
              <a:buSzPct val="110000"/>
              <a:buFont typeface="Wingdings" charset="2"/>
              <a:buNone/>
              <a:tabLst/>
              <a:defRPr sz="2000" kern="1200">
                <a:solidFill>
                  <a:schemeClr val="tx1"/>
                </a:solidFill>
                <a:latin typeface="+mn-lt"/>
                <a:ea typeface="+mn-ea"/>
                <a:cs typeface="+mn-cs"/>
              </a:defRPr>
            </a:lvl1pPr>
            <a:lvl2pPr marL="233363" indent="-233363" algn="l" defTabSz="914314" rtl="0" eaLnBrk="1" latinLnBrk="0" hangingPunct="1">
              <a:spcBef>
                <a:spcPts val="600"/>
              </a:spcBef>
              <a:buClr>
                <a:schemeClr val="accent1"/>
              </a:buClr>
              <a:buSzPct val="100000"/>
              <a:buFont typeface="Wingdings" pitchFamily="2" charset="2"/>
              <a:buChar char="§"/>
              <a:tabLst/>
              <a:defRPr sz="2000" kern="1200">
                <a:solidFill>
                  <a:schemeClr val="tx1"/>
                </a:solidFill>
                <a:latin typeface="+mn-lt"/>
                <a:ea typeface="+mn-ea"/>
                <a:cs typeface="+mn-cs"/>
              </a:defRPr>
            </a:lvl2pPr>
            <a:lvl3pPr marL="458788" indent="-225425" algn="l" defTabSz="914314" rtl="0" eaLnBrk="1" latinLnBrk="0" hangingPunct="1">
              <a:spcBef>
                <a:spcPts val="600"/>
              </a:spcBef>
              <a:buClr>
                <a:schemeClr val="bg1">
                  <a:lumMod val="50000"/>
                </a:schemeClr>
              </a:buClr>
              <a:buSzPct val="65000"/>
              <a:buFont typeface="Lucida Grande" panose="020B0600040502020204" pitchFamily="34" charset="0"/>
              <a:buChar char="▶"/>
              <a:tabLst/>
              <a:defRPr sz="2000" kern="1200">
                <a:solidFill>
                  <a:schemeClr val="tx1"/>
                </a:solidFill>
                <a:latin typeface="+mn-lt"/>
                <a:ea typeface="+mn-ea"/>
                <a:cs typeface="+mn-cs"/>
              </a:defRPr>
            </a:lvl3pPr>
            <a:lvl4pPr marL="692150" indent="-233363" algn="l" defTabSz="914314" rtl="0" eaLnBrk="1" latinLnBrk="0" hangingPunct="1">
              <a:spcBef>
                <a:spcPts val="600"/>
              </a:spcBef>
              <a:buClr>
                <a:schemeClr val="accent1"/>
              </a:buClr>
              <a:buSzPct val="100000"/>
              <a:buFont typeface="LucidaGrande" charset="0"/>
              <a:buChar char="◆"/>
              <a:tabLst/>
              <a:defRPr sz="2000" kern="1200">
                <a:solidFill>
                  <a:schemeClr val="tx1"/>
                </a:solidFill>
                <a:latin typeface="+mn-lt"/>
                <a:ea typeface="+mn-ea"/>
                <a:cs typeface="+mn-cs"/>
              </a:defRPr>
            </a:lvl4pPr>
            <a:lvl5pPr marL="917575" indent="-225425" algn="l" defTabSz="914314" rtl="0" eaLnBrk="1" latinLnBrk="0" hangingPunct="1">
              <a:spcBef>
                <a:spcPts val="600"/>
              </a:spcBef>
              <a:buClr>
                <a:schemeClr val="bg1">
                  <a:lumMod val="50000"/>
                </a:schemeClr>
              </a:buClr>
              <a:buFont typeface=".HelveticaNeueDeskInterface-Regular"/>
              <a:buChar char="●"/>
              <a:tabLst/>
              <a:defRPr sz="2000" kern="1200">
                <a:solidFill>
                  <a:schemeClr val="tx1"/>
                </a:solidFill>
                <a:latin typeface="+mn-lt"/>
                <a:ea typeface="+mn-ea"/>
                <a:cs typeface="+mn-cs"/>
              </a:defRPr>
            </a:lvl5pPr>
            <a:lvl6pPr marL="2514364"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522"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79"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35"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spcBef>
                <a:spcPts val="600"/>
              </a:spcBef>
              <a:spcAft>
                <a:spcPts val="600"/>
              </a:spcAft>
              <a:buClrTx/>
              <a:tabLst>
                <a:tab pos="457200" algn="l"/>
              </a:tabLst>
            </a:pPr>
            <a:r>
              <a:rPr lang="en-US" sz="1600" dirty="0">
                <a:latin typeface="Segoe UI"/>
                <a:cs typeface="Segoe UI"/>
              </a:rPr>
              <a:t>U.S. issuance affects all sovereign borrowers</a:t>
            </a:r>
          </a:p>
        </p:txBody>
      </p:sp>
      <p:sp>
        <p:nvSpPr>
          <p:cNvPr id="19" name="Content Placeholder 8">
            <a:extLst>
              <a:ext uri="{FF2B5EF4-FFF2-40B4-BE49-F238E27FC236}">
                <a16:creationId xmlns:a16="http://schemas.microsoft.com/office/drawing/2014/main" id="{470D8712-045A-844F-62F8-C3C0EFE49ACB}"/>
              </a:ext>
            </a:extLst>
          </p:cNvPr>
          <p:cNvSpPr txBox="1">
            <a:spLocks/>
          </p:cNvSpPr>
          <p:nvPr/>
        </p:nvSpPr>
        <p:spPr>
          <a:xfrm>
            <a:off x="4512188" y="5920601"/>
            <a:ext cx="3139698" cy="575345"/>
          </a:xfrm>
          <a:prstGeom prst="rect">
            <a:avLst/>
          </a:prstGeom>
        </p:spPr>
        <p:txBody>
          <a:bodyPr vert="horz" lIns="0" tIns="137160" rIns="0" bIns="0" rtlCol="0" anchor="t">
            <a:normAutofit/>
          </a:bodyPr>
          <a:lstStyle>
            <a:lvl1pPr marL="0" indent="0" algn="l" defTabSz="914314" rtl="0" eaLnBrk="1" latinLnBrk="0" hangingPunct="1">
              <a:spcBef>
                <a:spcPts val="2400"/>
              </a:spcBef>
              <a:buClr>
                <a:schemeClr val="accent1"/>
              </a:buClr>
              <a:buSzPct val="110000"/>
              <a:buFont typeface="Wingdings" charset="2"/>
              <a:buNone/>
              <a:tabLst/>
              <a:defRPr sz="2000" kern="1200">
                <a:solidFill>
                  <a:schemeClr val="tx1"/>
                </a:solidFill>
                <a:latin typeface="+mn-lt"/>
                <a:ea typeface="+mn-ea"/>
                <a:cs typeface="+mn-cs"/>
              </a:defRPr>
            </a:lvl1pPr>
            <a:lvl2pPr marL="233363" indent="-233363" algn="l" defTabSz="914314" rtl="0" eaLnBrk="1" latinLnBrk="0" hangingPunct="1">
              <a:spcBef>
                <a:spcPts val="600"/>
              </a:spcBef>
              <a:buClr>
                <a:schemeClr val="accent1"/>
              </a:buClr>
              <a:buSzPct val="100000"/>
              <a:buFont typeface="Wingdings" pitchFamily="2" charset="2"/>
              <a:buChar char="§"/>
              <a:tabLst/>
              <a:defRPr sz="2000" kern="1200">
                <a:solidFill>
                  <a:schemeClr val="tx1"/>
                </a:solidFill>
                <a:latin typeface="+mn-lt"/>
                <a:ea typeface="+mn-ea"/>
                <a:cs typeface="+mn-cs"/>
              </a:defRPr>
            </a:lvl2pPr>
            <a:lvl3pPr marL="458788" indent="-225425" algn="l" defTabSz="914314" rtl="0" eaLnBrk="1" latinLnBrk="0" hangingPunct="1">
              <a:spcBef>
                <a:spcPts val="600"/>
              </a:spcBef>
              <a:buClr>
                <a:schemeClr val="bg1">
                  <a:lumMod val="50000"/>
                </a:schemeClr>
              </a:buClr>
              <a:buSzPct val="65000"/>
              <a:buFont typeface="Lucida Grande" panose="020B0600040502020204" pitchFamily="34" charset="0"/>
              <a:buChar char="▶"/>
              <a:tabLst/>
              <a:defRPr sz="2000" kern="1200">
                <a:solidFill>
                  <a:schemeClr val="tx1"/>
                </a:solidFill>
                <a:latin typeface="+mn-lt"/>
                <a:ea typeface="+mn-ea"/>
                <a:cs typeface="+mn-cs"/>
              </a:defRPr>
            </a:lvl3pPr>
            <a:lvl4pPr marL="692150" indent="-233363" algn="l" defTabSz="914314" rtl="0" eaLnBrk="1" latinLnBrk="0" hangingPunct="1">
              <a:spcBef>
                <a:spcPts val="600"/>
              </a:spcBef>
              <a:buClr>
                <a:schemeClr val="accent1"/>
              </a:buClr>
              <a:buSzPct val="100000"/>
              <a:buFont typeface="LucidaGrande" charset="0"/>
              <a:buChar char="◆"/>
              <a:tabLst/>
              <a:defRPr sz="2000" kern="1200">
                <a:solidFill>
                  <a:schemeClr val="tx1"/>
                </a:solidFill>
                <a:latin typeface="+mn-lt"/>
                <a:ea typeface="+mn-ea"/>
                <a:cs typeface="+mn-cs"/>
              </a:defRPr>
            </a:lvl4pPr>
            <a:lvl5pPr marL="917575" indent="-225425" algn="l" defTabSz="914314" rtl="0" eaLnBrk="1" latinLnBrk="0" hangingPunct="1">
              <a:spcBef>
                <a:spcPts val="600"/>
              </a:spcBef>
              <a:buClr>
                <a:schemeClr val="bg1">
                  <a:lumMod val="50000"/>
                </a:schemeClr>
              </a:buClr>
              <a:buFont typeface=".HelveticaNeueDeskInterface-Regular"/>
              <a:buChar char="●"/>
              <a:tabLst/>
              <a:defRPr sz="2000" kern="1200">
                <a:solidFill>
                  <a:schemeClr val="tx1"/>
                </a:solidFill>
                <a:latin typeface="+mn-lt"/>
                <a:ea typeface="+mn-ea"/>
                <a:cs typeface="+mn-cs"/>
              </a:defRPr>
            </a:lvl5pPr>
            <a:lvl6pPr marL="2514364"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522"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79"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35"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spcBef>
                <a:spcPts val="600"/>
              </a:spcBef>
              <a:spcAft>
                <a:spcPts val="600"/>
              </a:spcAft>
              <a:buClrTx/>
              <a:tabLst>
                <a:tab pos="457200" algn="l"/>
              </a:tabLst>
            </a:pPr>
            <a:r>
              <a:rPr lang="en-US" sz="1600" dirty="0">
                <a:latin typeface="Segoe UI"/>
                <a:cs typeface="Segoe UI"/>
              </a:rPr>
              <a:t>amplifies spillovers</a:t>
            </a:r>
          </a:p>
        </p:txBody>
      </p:sp>
      <p:sp>
        <p:nvSpPr>
          <p:cNvPr id="20" name="Content Placeholder 8">
            <a:extLst>
              <a:ext uri="{FF2B5EF4-FFF2-40B4-BE49-F238E27FC236}">
                <a16:creationId xmlns:a16="http://schemas.microsoft.com/office/drawing/2014/main" id="{D943A01C-466D-831C-FD10-CD290FE4C0F2}"/>
              </a:ext>
            </a:extLst>
          </p:cNvPr>
          <p:cNvSpPr txBox="1">
            <a:spLocks/>
          </p:cNvSpPr>
          <p:nvPr/>
        </p:nvSpPr>
        <p:spPr>
          <a:xfrm>
            <a:off x="8308676" y="5933512"/>
            <a:ext cx="3689293" cy="773484"/>
          </a:xfrm>
          <a:prstGeom prst="rect">
            <a:avLst/>
          </a:prstGeom>
        </p:spPr>
        <p:txBody>
          <a:bodyPr vert="horz" lIns="0" tIns="137160" rIns="0" bIns="0" rtlCol="0" anchor="t">
            <a:normAutofit/>
          </a:bodyPr>
          <a:lstStyle>
            <a:lvl1pPr marL="0" indent="0" algn="l" defTabSz="914314" rtl="0" eaLnBrk="1" latinLnBrk="0" hangingPunct="1">
              <a:spcBef>
                <a:spcPts val="2400"/>
              </a:spcBef>
              <a:buClr>
                <a:schemeClr val="accent1"/>
              </a:buClr>
              <a:buSzPct val="110000"/>
              <a:buFont typeface="Wingdings" charset="2"/>
              <a:buNone/>
              <a:tabLst/>
              <a:defRPr sz="2000" kern="1200">
                <a:solidFill>
                  <a:schemeClr val="tx1"/>
                </a:solidFill>
                <a:latin typeface="+mn-lt"/>
                <a:ea typeface="+mn-ea"/>
                <a:cs typeface="+mn-cs"/>
              </a:defRPr>
            </a:lvl1pPr>
            <a:lvl2pPr marL="233363" indent="-233363" algn="l" defTabSz="914314" rtl="0" eaLnBrk="1" latinLnBrk="0" hangingPunct="1">
              <a:spcBef>
                <a:spcPts val="600"/>
              </a:spcBef>
              <a:buClr>
                <a:schemeClr val="accent1"/>
              </a:buClr>
              <a:buSzPct val="100000"/>
              <a:buFont typeface="Wingdings" pitchFamily="2" charset="2"/>
              <a:buChar char="§"/>
              <a:tabLst/>
              <a:defRPr sz="2000" kern="1200">
                <a:solidFill>
                  <a:schemeClr val="tx1"/>
                </a:solidFill>
                <a:latin typeface="+mn-lt"/>
                <a:ea typeface="+mn-ea"/>
                <a:cs typeface="+mn-cs"/>
              </a:defRPr>
            </a:lvl2pPr>
            <a:lvl3pPr marL="458788" indent="-225425" algn="l" defTabSz="914314" rtl="0" eaLnBrk="1" latinLnBrk="0" hangingPunct="1">
              <a:spcBef>
                <a:spcPts val="600"/>
              </a:spcBef>
              <a:buClr>
                <a:schemeClr val="bg1">
                  <a:lumMod val="50000"/>
                </a:schemeClr>
              </a:buClr>
              <a:buSzPct val="65000"/>
              <a:buFont typeface="Lucida Grande" panose="020B0600040502020204" pitchFamily="34" charset="0"/>
              <a:buChar char="▶"/>
              <a:tabLst/>
              <a:defRPr sz="2000" kern="1200">
                <a:solidFill>
                  <a:schemeClr val="tx1"/>
                </a:solidFill>
                <a:latin typeface="+mn-lt"/>
                <a:ea typeface="+mn-ea"/>
                <a:cs typeface="+mn-cs"/>
              </a:defRPr>
            </a:lvl3pPr>
            <a:lvl4pPr marL="692150" indent="-233363" algn="l" defTabSz="914314" rtl="0" eaLnBrk="1" latinLnBrk="0" hangingPunct="1">
              <a:spcBef>
                <a:spcPts val="600"/>
              </a:spcBef>
              <a:buClr>
                <a:schemeClr val="accent1"/>
              </a:buClr>
              <a:buSzPct val="100000"/>
              <a:buFont typeface="LucidaGrande" charset="0"/>
              <a:buChar char="◆"/>
              <a:tabLst/>
              <a:defRPr sz="2000" kern="1200">
                <a:solidFill>
                  <a:schemeClr val="tx1"/>
                </a:solidFill>
                <a:latin typeface="+mn-lt"/>
                <a:ea typeface="+mn-ea"/>
                <a:cs typeface="+mn-cs"/>
              </a:defRPr>
            </a:lvl4pPr>
            <a:lvl5pPr marL="917575" indent="-225425" algn="l" defTabSz="914314" rtl="0" eaLnBrk="1" latinLnBrk="0" hangingPunct="1">
              <a:spcBef>
                <a:spcPts val="600"/>
              </a:spcBef>
              <a:buClr>
                <a:schemeClr val="bg1">
                  <a:lumMod val="50000"/>
                </a:schemeClr>
              </a:buClr>
              <a:buFont typeface=".HelveticaNeueDeskInterface-Regular"/>
              <a:buChar char="●"/>
              <a:tabLst/>
              <a:defRPr sz="2000" kern="1200">
                <a:solidFill>
                  <a:schemeClr val="tx1"/>
                </a:solidFill>
                <a:latin typeface="+mn-lt"/>
                <a:ea typeface="+mn-ea"/>
                <a:cs typeface="+mn-cs"/>
              </a:defRPr>
            </a:lvl5pPr>
            <a:lvl6pPr marL="2514364"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522"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79"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35"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spcBef>
                <a:spcPts val="600"/>
              </a:spcBef>
              <a:spcAft>
                <a:spcPts val="600"/>
              </a:spcAft>
              <a:buClrTx/>
              <a:tabLst>
                <a:tab pos="457200" algn="l"/>
              </a:tabLst>
            </a:pPr>
            <a:r>
              <a:rPr lang="en-US" sz="1600" dirty="0">
                <a:latin typeface="Segoe UI"/>
                <a:cs typeface="Segoe UI"/>
              </a:rPr>
              <a:t>"safety buffer" that insulated global markets is shrinking</a:t>
            </a:r>
          </a:p>
        </p:txBody>
      </p:sp>
      <p:cxnSp>
        <p:nvCxnSpPr>
          <p:cNvPr id="22" name="Straight Connector 21">
            <a:extLst>
              <a:ext uri="{FF2B5EF4-FFF2-40B4-BE49-F238E27FC236}">
                <a16:creationId xmlns:a16="http://schemas.microsoft.com/office/drawing/2014/main" id="{F03BD769-C143-2732-3645-B15E375B0F34}"/>
              </a:ext>
            </a:extLst>
          </p:cNvPr>
          <p:cNvCxnSpPr>
            <a:cxnSpLocks/>
          </p:cNvCxnSpPr>
          <p:nvPr/>
        </p:nvCxnSpPr>
        <p:spPr>
          <a:xfrm>
            <a:off x="417689" y="4392098"/>
            <a:ext cx="11321848" cy="0"/>
          </a:xfrm>
          <a:prstGeom prst="line">
            <a:avLst/>
          </a:prstGeom>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3B391549-15AF-F23B-B212-0167D872290B}"/>
              </a:ext>
            </a:extLst>
          </p:cNvPr>
          <p:cNvCxnSpPr>
            <a:cxnSpLocks/>
          </p:cNvCxnSpPr>
          <p:nvPr/>
        </p:nvCxnSpPr>
        <p:spPr>
          <a:xfrm>
            <a:off x="417689" y="5537478"/>
            <a:ext cx="11321848" cy="6365"/>
          </a:xfrm>
          <a:prstGeom prst="line">
            <a:avLst/>
          </a:prstGeom>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F9B81FC6-666B-B327-5EFB-7A2016962214}"/>
              </a:ext>
            </a:extLst>
          </p:cNvPr>
          <p:cNvCxnSpPr>
            <a:cxnSpLocks/>
          </p:cNvCxnSpPr>
          <p:nvPr/>
        </p:nvCxnSpPr>
        <p:spPr>
          <a:xfrm flipV="1">
            <a:off x="3978824" y="4932979"/>
            <a:ext cx="0" cy="512080"/>
          </a:xfrm>
          <a:prstGeom prst="line">
            <a:avLst/>
          </a:prstGeom>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3CBB1AEF-F68A-219F-4BC0-E9CAF7332DF2}"/>
              </a:ext>
            </a:extLst>
          </p:cNvPr>
          <p:cNvCxnSpPr>
            <a:cxnSpLocks/>
          </p:cNvCxnSpPr>
          <p:nvPr/>
        </p:nvCxnSpPr>
        <p:spPr>
          <a:xfrm flipV="1">
            <a:off x="8198927" y="4883537"/>
            <a:ext cx="0" cy="512080"/>
          </a:xfrm>
          <a:prstGeom prst="line">
            <a:avLst/>
          </a:prstGeom>
        </p:spPr>
        <p:style>
          <a:lnRef idx="1">
            <a:schemeClr val="dk1"/>
          </a:lnRef>
          <a:fillRef idx="0">
            <a:schemeClr val="dk1"/>
          </a:fillRef>
          <a:effectRef idx="0">
            <a:schemeClr val="dk1"/>
          </a:effectRef>
          <a:fontRef idx="minor">
            <a:schemeClr val="tx1"/>
          </a:fontRef>
        </p:style>
      </p:cxnSp>
      <p:cxnSp>
        <p:nvCxnSpPr>
          <p:cNvPr id="30" name="Straight Connector 29">
            <a:extLst>
              <a:ext uri="{FF2B5EF4-FFF2-40B4-BE49-F238E27FC236}">
                <a16:creationId xmlns:a16="http://schemas.microsoft.com/office/drawing/2014/main" id="{F80B98E3-7A23-32E0-59DE-BB75543671FD}"/>
              </a:ext>
            </a:extLst>
          </p:cNvPr>
          <p:cNvCxnSpPr>
            <a:cxnSpLocks/>
          </p:cNvCxnSpPr>
          <p:nvPr/>
        </p:nvCxnSpPr>
        <p:spPr>
          <a:xfrm flipV="1">
            <a:off x="3971548" y="6064214"/>
            <a:ext cx="0" cy="512080"/>
          </a:xfrm>
          <a:prstGeom prst="line">
            <a:avLst/>
          </a:prstGeom>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8F4868DC-7D33-8B69-8687-4F202F6E4D4A}"/>
              </a:ext>
            </a:extLst>
          </p:cNvPr>
          <p:cNvCxnSpPr>
            <a:cxnSpLocks/>
          </p:cNvCxnSpPr>
          <p:nvPr/>
        </p:nvCxnSpPr>
        <p:spPr>
          <a:xfrm flipV="1">
            <a:off x="8198927" y="6104487"/>
            <a:ext cx="0" cy="512080"/>
          </a:xfrm>
          <a:prstGeom prst="line">
            <a:avLst/>
          </a:prstGeom>
        </p:spPr>
        <p:style>
          <a:lnRef idx="1">
            <a:schemeClr val="dk1"/>
          </a:lnRef>
          <a:fillRef idx="0">
            <a:schemeClr val="dk1"/>
          </a:fillRef>
          <a:effectRef idx="0">
            <a:schemeClr val="dk1"/>
          </a:effectRef>
          <a:fontRef idx="minor">
            <a:schemeClr val="tx1"/>
          </a:fontRef>
        </p:style>
      </p:cxnSp>
      <p:sp>
        <p:nvSpPr>
          <p:cNvPr id="3" name="TextBox 2">
            <a:extLst>
              <a:ext uri="{FF2B5EF4-FFF2-40B4-BE49-F238E27FC236}">
                <a16:creationId xmlns:a16="http://schemas.microsoft.com/office/drawing/2014/main" id="{B8F470D0-65FB-BC97-E56E-A7F1060F4919}"/>
              </a:ext>
            </a:extLst>
          </p:cNvPr>
          <p:cNvSpPr txBox="1"/>
          <p:nvPr/>
        </p:nvSpPr>
        <p:spPr>
          <a:xfrm>
            <a:off x="4131188" y="973051"/>
            <a:ext cx="3894849" cy="523220"/>
          </a:xfrm>
          <a:prstGeom prst="rect">
            <a:avLst/>
          </a:prstGeom>
          <a:noFill/>
        </p:spPr>
        <p:txBody>
          <a:bodyPr wrap="none" rtlCol="0">
            <a:spAutoFit/>
          </a:bodyPr>
          <a:lstStyle/>
          <a:p>
            <a:r>
              <a:rPr lang="en-US" sz="1400" b="1" dirty="0"/>
              <a:t>2. Short-Term Debt in Advanced Economies</a:t>
            </a:r>
            <a:endParaRPr lang="en-US" sz="1400" dirty="0"/>
          </a:p>
          <a:p>
            <a:r>
              <a:rPr lang="en-US" sz="1400" i="1" dirty="0"/>
              <a:t>(Percent of total outstanding)</a:t>
            </a:r>
            <a:endParaRPr lang="en-US" sz="1400" dirty="0"/>
          </a:p>
        </p:txBody>
      </p:sp>
      <p:sp>
        <p:nvSpPr>
          <p:cNvPr id="5" name="TextBox 4">
            <a:extLst>
              <a:ext uri="{FF2B5EF4-FFF2-40B4-BE49-F238E27FC236}">
                <a16:creationId xmlns:a16="http://schemas.microsoft.com/office/drawing/2014/main" id="{FCCEE697-0509-9E4B-2FA0-59023D12968D}"/>
              </a:ext>
            </a:extLst>
          </p:cNvPr>
          <p:cNvSpPr txBox="1"/>
          <p:nvPr/>
        </p:nvSpPr>
        <p:spPr>
          <a:xfrm>
            <a:off x="91252" y="973121"/>
            <a:ext cx="3894849" cy="738664"/>
          </a:xfrm>
          <a:prstGeom prst="rect">
            <a:avLst/>
          </a:prstGeom>
          <a:noFill/>
        </p:spPr>
        <p:txBody>
          <a:bodyPr wrap="square" rtlCol="0">
            <a:spAutoFit/>
          </a:bodyPr>
          <a:lstStyle/>
          <a:p>
            <a:r>
              <a:rPr lang="en-US" sz="1400" b="1" dirty="0"/>
              <a:t>1. Cumulative Change in Holders of US Public Debt since the First Quarter of 2010</a:t>
            </a:r>
          </a:p>
          <a:p>
            <a:r>
              <a:rPr lang="en-US" sz="1400" i="1" dirty="0"/>
              <a:t>(Trillions of dollars)</a:t>
            </a:r>
          </a:p>
        </p:txBody>
      </p:sp>
      <p:sp>
        <p:nvSpPr>
          <p:cNvPr id="13" name="TextBox 12">
            <a:extLst>
              <a:ext uri="{FF2B5EF4-FFF2-40B4-BE49-F238E27FC236}">
                <a16:creationId xmlns:a16="http://schemas.microsoft.com/office/drawing/2014/main" id="{B9DD90E2-8E91-4083-C9DF-D63BFE89CE3D}"/>
              </a:ext>
            </a:extLst>
          </p:cNvPr>
          <p:cNvSpPr txBox="1"/>
          <p:nvPr/>
        </p:nvSpPr>
        <p:spPr>
          <a:xfrm>
            <a:off x="8205899" y="973051"/>
            <a:ext cx="3894849" cy="738664"/>
          </a:xfrm>
          <a:prstGeom prst="rect">
            <a:avLst/>
          </a:prstGeom>
          <a:noFill/>
        </p:spPr>
        <p:txBody>
          <a:bodyPr wrap="square" rtlCol="0">
            <a:spAutoFit/>
          </a:bodyPr>
          <a:lstStyle/>
          <a:p>
            <a:r>
              <a:rPr lang="en-US" sz="1400" b="1" dirty="0"/>
              <a:t>3. Domestic Convenience Yield versus AAA Corporate Bonds</a:t>
            </a:r>
          </a:p>
          <a:p>
            <a:r>
              <a:rPr lang="en-US" sz="1400" i="1" dirty="0"/>
              <a:t>(Basis points)</a:t>
            </a:r>
            <a:endParaRPr lang="en-US" sz="1400" dirty="0"/>
          </a:p>
        </p:txBody>
      </p:sp>
    </p:spTree>
    <p:extLst>
      <p:ext uri="{BB962C8B-B14F-4D97-AF65-F5344CB8AC3E}">
        <p14:creationId xmlns:p14="http://schemas.microsoft.com/office/powerpoint/2010/main" val="10141413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C94C6-A86F-9417-FC08-A8566E25D7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CC6184-57B1-C5E6-FB57-28AF65045C86}"/>
              </a:ext>
            </a:extLst>
          </p:cNvPr>
          <p:cNvSpPr>
            <a:spLocks noGrp="1"/>
          </p:cNvSpPr>
          <p:nvPr>
            <p:ph type="title"/>
          </p:nvPr>
        </p:nvSpPr>
        <p:spPr>
          <a:xfrm>
            <a:off x="205740" y="104071"/>
            <a:ext cx="11857729" cy="850635"/>
          </a:xfrm>
        </p:spPr>
        <p:txBody>
          <a:bodyPr>
            <a:normAutofit/>
          </a:bodyPr>
          <a:lstStyle/>
          <a:p>
            <a:r>
              <a:rPr lang="en-US" sz="3000" kern="0" dirty="0">
                <a:solidFill>
                  <a:schemeClr val="bg1"/>
                </a:solidFill>
                <a:latin typeface="Franklin Gothic Medium" panose="020B0603020102020204" pitchFamily="34" charset="0"/>
                <a:ea typeface="+mn-ea"/>
                <a:cs typeface="+mn-cs"/>
              </a:rPr>
              <a:t>This Project Research Question and Contribution</a:t>
            </a:r>
          </a:p>
        </p:txBody>
      </p:sp>
      <p:sp>
        <p:nvSpPr>
          <p:cNvPr id="9" name="Content Placeholder 8">
            <a:extLst>
              <a:ext uri="{FF2B5EF4-FFF2-40B4-BE49-F238E27FC236}">
                <a16:creationId xmlns:a16="http://schemas.microsoft.com/office/drawing/2014/main" id="{D2EA5ACD-E3D4-D59C-965D-2F7B0E7E246A}"/>
              </a:ext>
            </a:extLst>
          </p:cNvPr>
          <p:cNvSpPr>
            <a:spLocks noGrp="1"/>
          </p:cNvSpPr>
          <p:nvPr>
            <p:ph sz="quarter" idx="13"/>
          </p:nvPr>
        </p:nvSpPr>
        <p:spPr>
          <a:xfrm>
            <a:off x="205741" y="1173707"/>
            <a:ext cx="11623093" cy="5154904"/>
          </a:xfrm>
        </p:spPr>
        <p:txBody>
          <a:bodyPr vert="horz" lIns="0" tIns="137160" rIns="0" bIns="0" rtlCol="0" anchor="t">
            <a:normAutofit/>
          </a:bodyPr>
          <a:lstStyle/>
          <a:p>
            <a:pPr>
              <a:lnSpc>
                <a:spcPct val="125000"/>
              </a:lnSpc>
              <a:spcBef>
                <a:spcPts val="4800"/>
              </a:spcBef>
              <a:spcAft>
                <a:spcPts val="600"/>
              </a:spcAft>
              <a:buClrTx/>
              <a:tabLst>
                <a:tab pos="457200" algn="l"/>
              </a:tabLst>
            </a:pPr>
            <a:r>
              <a:rPr lang="en-US" sz="1800" b="1" dirty="0">
                <a:latin typeface="Segoe UI"/>
                <a:cs typeface="Segoe UI"/>
              </a:rPr>
              <a:t>How do unexpected changes in U.S. Treasury issuance affect?</a:t>
            </a:r>
          </a:p>
          <a:p>
            <a:pPr marL="690563" lvl="1" indent="-457200">
              <a:lnSpc>
                <a:spcPct val="125000"/>
              </a:lnSpc>
              <a:spcBef>
                <a:spcPts val="0"/>
              </a:spcBef>
              <a:buClrTx/>
              <a:buFont typeface="Arial" panose="020B0604020202020204" pitchFamily="34" charset="0"/>
              <a:buChar char="•"/>
              <a:tabLst>
                <a:tab pos="457200" algn="l"/>
              </a:tabLst>
            </a:pPr>
            <a:r>
              <a:rPr lang="en-US" sz="1800" dirty="0">
                <a:latin typeface="Segoe UI"/>
                <a:cs typeface="Segoe UI"/>
              </a:rPr>
              <a:t>Global sovereign bond yields?</a:t>
            </a:r>
          </a:p>
          <a:p>
            <a:pPr marL="690563" lvl="1" indent="-457200">
              <a:lnSpc>
                <a:spcPct val="125000"/>
              </a:lnSpc>
              <a:spcBef>
                <a:spcPts val="0"/>
              </a:spcBef>
              <a:buClrTx/>
              <a:buFont typeface="Arial" panose="020B0604020202020204" pitchFamily="34" charset="0"/>
              <a:buChar char="•"/>
              <a:tabLst>
                <a:tab pos="457200" algn="l"/>
              </a:tabLst>
            </a:pPr>
            <a:r>
              <a:rPr lang="en-US" sz="1800" dirty="0">
                <a:latin typeface="Segoe UI"/>
                <a:cs typeface="Segoe UI"/>
              </a:rPr>
              <a:t>Real economic activity abroad?</a:t>
            </a:r>
          </a:p>
          <a:p>
            <a:pPr marL="690563" lvl="1" indent="-457200">
              <a:lnSpc>
                <a:spcPct val="125000"/>
              </a:lnSpc>
              <a:spcBef>
                <a:spcPts val="0"/>
              </a:spcBef>
              <a:buClrTx/>
              <a:buFont typeface="Arial" panose="020B0604020202020204" pitchFamily="34" charset="0"/>
              <a:buChar char="•"/>
              <a:tabLst>
                <a:tab pos="457200" algn="l"/>
              </a:tabLst>
            </a:pPr>
            <a:r>
              <a:rPr lang="en-US" sz="1800" dirty="0">
                <a:latin typeface="Segoe UI"/>
                <a:cs typeface="Segoe UI"/>
              </a:rPr>
              <a:t>Which countries are most vulnerable? </a:t>
            </a:r>
          </a:p>
          <a:p>
            <a:pPr>
              <a:lnSpc>
                <a:spcPct val="125000"/>
              </a:lnSpc>
              <a:spcBef>
                <a:spcPts val="4800"/>
              </a:spcBef>
              <a:spcAft>
                <a:spcPts val="600"/>
              </a:spcAft>
              <a:buClrTx/>
              <a:tabLst>
                <a:tab pos="457200" algn="l"/>
              </a:tabLst>
            </a:pPr>
            <a:r>
              <a:rPr lang="en-US" sz="1800" b="1" dirty="0">
                <a:latin typeface="Segoe UI"/>
                <a:cs typeface="Segoe UI"/>
              </a:rPr>
              <a:t>Key Contribution:</a:t>
            </a:r>
          </a:p>
          <a:p>
            <a:pPr marL="690563" lvl="1" indent="-457200">
              <a:lnSpc>
                <a:spcPct val="125000"/>
              </a:lnSpc>
              <a:spcBef>
                <a:spcPts val="0"/>
              </a:spcBef>
              <a:buClrTx/>
              <a:buFont typeface="Wingdings" panose="05000000000000000000" pitchFamily="2" charset="2"/>
              <a:buChar char="Ø"/>
              <a:tabLst>
                <a:tab pos="457200" algn="l"/>
              </a:tabLst>
            </a:pPr>
            <a:r>
              <a:rPr lang="en-US" sz="1800" b="1" dirty="0">
                <a:latin typeface="Segoe UI"/>
                <a:cs typeface="Segoe UI"/>
              </a:rPr>
              <a:t>Identification: </a:t>
            </a:r>
            <a:r>
              <a:rPr lang="en-US" sz="1800" dirty="0">
                <a:latin typeface="Segoe UI"/>
                <a:cs typeface="Segoe UI"/>
              </a:rPr>
              <a:t>Use high-frequency yield movements around Treasury auction announcements to isolate exogenous supply shocks</a:t>
            </a:r>
          </a:p>
          <a:p>
            <a:pPr marL="690563" lvl="1" indent="-457200">
              <a:lnSpc>
                <a:spcPct val="125000"/>
              </a:lnSpc>
              <a:spcBef>
                <a:spcPts val="0"/>
              </a:spcBef>
              <a:buClrTx/>
              <a:buFont typeface="Wingdings" panose="05000000000000000000" pitchFamily="2" charset="2"/>
              <a:buChar char="Ø"/>
              <a:tabLst>
                <a:tab pos="457200" algn="l"/>
              </a:tabLst>
            </a:pPr>
            <a:r>
              <a:rPr lang="en-US" sz="1800" b="1" dirty="0">
                <a:latin typeface="Segoe UI"/>
                <a:cs typeface="Segoe UI"/>
              </a:rPr>
              <a:t>Distinction: </a:t>
            </a:r>
            <a:r>
              <a:rPr lang="en-US" sz="1800" dirty="0">
                <a:latin typeface="Segoe UI"/>
                <a:cs typeface="Segoe UI"/>
              </a:rPr>
              <a:t>Supply-side shocks (fiscal expansion) vs. demand-side shocks (monetary policy/safe-haven flows)</a:t>
            </a:r>
          </a:p>
          <a:p>
            <a:pPr marL="690563" lvl="1" indent="-457200">
              <a:lnSpc>
                <a:spcPct val="125000"/>
              </a:lnSpc>
              <a:spcBef>
                <a:spcPts val="0"/>
              </a:spcBef>
              <a:buClrTx/>
              <a:buFont typeface="Wingdings" panose="05000000000000000000" pitchFamily="2" charset="2"/>
              <a:buChar char="Ø"/>
              <a:tabLst>
                <a:tab pos="457200" algn="l"/>
              </a:tabLst>
            </a:pPr>
            <a:r>
              <a:rPr lang="en-US" sz="1800" b="1" dirty="0">
                <a:latin typeface="Segoe UI"/>
                <a:cs typeface="Segoe UI"/>
              </a:rPr>
              <a:t>Policy relevance: </a:t>
            </a:r>
            <a:r>
              <a:rPr lang="en-US" sz="1800" dirty="0">
                <a:latin typeface="Segoe UI"/>
                <a:cs typeface="Segoe UI"/>
              </a:rPr>
              <a:t>Quantify fiscal externalities and identify vulnerable countries</a:t>
            </a:r>
          </a:p>
        </p:txBody>
      </p:sp>
    </p:spTree>
    <p:extLst>
      <p:ext uri="{BB962C8B-B14F-4D97-AF65-F5344CB8AC3E}">
        <p14:creationId xmlns:p14="http://schemas.microsoft.com/office/powerpoint/2010/main" val="2067128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39382-B647-B026-E638-28CC385038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35ECDF-EC97-3064-239B-5D15EC366718}"/>
              </a:ext>
            </a:extLst>
          </p:cNvPr>
          <p:cNvSpPr>
            <a:spLocks noGrp="1"/>
          </p:cNvSpPr>
          <p:nvPr>
            <p:ph type="title"/>
          </p:nvPr>
        </p:nvSpPr>
        <p:spPr>
          <a:xfrm>
            <a:off x="176747" y="60106"/>
            <a:ext cx="12181508" cy="850635"/>
          </a:xfrm>
        </p:spPr>
        <p:txBody>
          <a:bodyPr>
            <a:normAutofit/>
          </a:bodyPr>
          <a:lstStyle/>
          <a:p>
            <a:r>
              <a:rPr lang="en-US" sz="2800" dirty="0">
                <a:solidFill>
                  <a:schemeClr val="bg1"/>
                </a:solidFill>
                <a:latin typeface="Franklin Gothic Medium" panose="020B0603020102020204" pitchFamily="34" charset="0"/>
              </a:rPr>
              <a:t>Identifying U.S. Treasury Supply Shocks From Auction Surprises</a:t>
            </a:r>
            <a:endParaRPr lang="en-US" dirty="0">
              <a:latin typeface="Franklin Gothic Medium" panose="020B0603020102020204" pitchFamily="34" charset="0"/>
            </a:endParaRPr>
          </a:p>
        </p:txBody>
      </p:sp>
      <p:sp>
        <p:nvSpPr>
          <p:cNvPr id="9" name="TextBox 15">
            <a:extLst>
              <a:ext uri="{FF2B5EF4-FFF2-40B4-BE49-F238E27FC236}">
                <a16:creationId xmlns:a16="http://schemas.microsoft.com/office/drawing/2014/main" id="{201A1469-AB53-B134-1437-12E3A3981B28}"/>
              </a:ext>
            </a:extLst>
          </p:cNvPr>
          <p:cNvSpPr txBox="1"/>
          <p:nvPr/>
        </p:nvSpPr>
        <p:spPr>
          <a:xfrm>
            <a:off x="176748" y="1223158"/>
            <a:ext cx="6460026" cy="5470560"/>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lIns="0" tIns="0" rIns="0" bIns="0"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457200" marR="0" indent="-457200" defTabSz="914314" fontAlgn="auto">
              <a:lnSpc>
                <a:spcPct val="125000"/>
              </a:lnSpc>
              <a:spcBef>
                <a:spcPts val="1200"/>
              </a:spcBef>
              <a:spcAft>
                <a:spcPts val="600"/>
              </a:spcAft>
              <a:buSzPct val="110000"/>
              <a:buFont typeface="Arial" panose="020B0604020202020204" pitchFamily="34" charset="0"/>
              <a:buChar char="•"/>
              <a:tabLst>
                <a:tab pos="457200" algn="l"/>
              </a:tabLst>
              <a:defRPr/>
            </a:pPr>
            <a:r>
              <a:rPr lang="en-US" sz="1800" b="1" dirty="0">
                <a:solidFill>
                  <a:schemeClr val="tx1"/>
                </a:solidFill>
                <a:latin typeface="Segoe UI"/>
                <a:cs typeface="Segoe UI"/>
              </a:rPr>
              <a:t>Event window: </a:t>
            </a:r>
            <a:r>
              <a:rPr lang="en-US" sz="1800" dirty="0">
                <a:solidFill>
                  <a:schemeClr val="tx1"/>
                </a:solidFill>
                <a:latin typeface="Segoe UI"/>
                <a:cs typeface="Segoe UI"/>
              </a:rPr>
              <a:t>30-minute yield changes around scheduled auction announcements isolate supply news from macro news</a:t>
            </a:r>
          </a:p>
          <a:p>
            <a:pPr marL="457200" marR="0" indent="-457200" defTabSz="914314" fontAlgn="auto">
              <a:lnSpc>
                <a:spcPct val="125000"/>
              </a:lnSpc>
              <a:spcBef>
                <a:spcPts val="1200"/>
              </a:spcBef>
              <a:spcAft>
                <a:spcPts val="600"/>
              </a:spcAft>
              <a:buSzPct val="110000"/>
              <a:buFont typeface="Arial" panose="020B0604020202020204" pitchFamily="34" charset="0"/>
              <a:buChar char="•"/>
              <a:tabLst>
                <a:tab pos="457200" algn="l"/>
              </a:tabLst>
              <a:defRPr/>
            </a:pPr>
            <a:r>
              <a:rPr lang="en-US" sz="1800" b="1" dirty="0">
                <a:solidFill>
                  <a:schemeClr val="tx1"/>
                </a:solidFill>
                <a:latin typeface="Segoe UI"/>
                <a:cs typeface="Segoe UI"/>
              </a:rPr>
              <a:t>Sample: </a:t>
            </a:r>
            <a:r>
              <a:rPr lang="en-US" sz="1800" dirty="0">
                <a:solidFill>
                  <a:schemeClr val="tx1"/>
                </a:solidFill>
                <a:latin typeface="Segoe UI"/>
                <a:cs typeface="Segoe UI"/>
              </a:rPr>
              <a:t>462 auction events, 1998–2020</a:t>
            </a:r>
          </a:p>
          <a:p>
            <a:pPr marL="457200" marR="0" indent="-457200" defTabSz="914314" fontAlgn="auto">
              <a:lnSpc>
                <a:spcPct val="125000"/>
              </a:lnSpc>
              <a:spcBef>
                <a:spcPts val="1200"/>
              </a:spcBef>
              <a:spcAft>
                <a:spcPts val="600"/>
              </a:spcAft>
              <a:buSzPct val="110000"/>
              <a:buFont typeface="Arial" panose="020B0604020202020204" pitchFamily="34" charset="0"/>
              <a:buChar char="•"/>
              <a:tabLst>
                <a:tab pos="457200" algn="l"/>
              </a:tabLst>
              <a:defRPr/>
            </a:pPr>
            <a:r>
              <a:rPr lang="en-US" sz="1800" b="1" dirty="0">
                <a:solidFill>
                  <a:schemeClr val="tx1"/>
                </a:solidFill>
                <a:latin typeface="Segoe UI"/>
                <a:cs typeface="Segoe UI"/>
              </a:rPr>
              <a:t>Two shocks:</a:t>
            </a:r>
          </a:p>
          <a:p>
            <a:pPr marL="914400" lvl="1" indent="-457200" defTabSz="914314">
              <a:lnSpc>
                <a:spcPct val="125000"/>
              </a:lnSpc>
              <a:spcBef>
                <a:spcPts val="600"/>
              </a:spcBef>
              <a:spcAft>
                <a:spcPts val="600"/>
              </a:spcAft>
              <a:buSzPct val="110000"/>
              <a:buFont typeface="Arial" panose="020B0604020202020204" pitchFamily="34" charset="0"/>
              <a:buChar char="•"/>
              <a:tabLst>
                <a:tab pos="457200" algn="l"/>
              </a:tabLst>
              <a:defRPr/>
            </a:pPr>
            <a:r>
              <a:rPr lang="en-US" sz="1800" b="1" dirty="0">
                <a:solidFill>
                  <a:schemeClr val="tx1"/>
                </a:solidFill>
                <a:latin typeface="Segoe UI"/>
                <a:cs typeface="Segoe UI"/>
              </a:rPr>
              <a:t>Debt expansion: </a:t>
            </a:r>
            <a:r>
              <a:rPr lang="en-US" sz="1800" dirty="0">
                <a:solidFill>
                  <a:schemeClr val="tx1"/>
                </a:solidFill>
                <a:latin typeface="Segoe UI"/>
                <a:cs typeface="Segoe UI"/>
              </a:rPr>
              <a:t>broad upward shift in the curve</a:t>
            </a:r>
          </a:p>
          <a:p>
            <a:pPr marL="914400" lvl="1" indent="-457200" defTabSz="914314">
              <a:lnSpc>
                <a:spcPct val="125000"/>
              </a:lnSpc>
              <a:spcBef>
                <a:spcPts val="600"/>
              </a:spcBef>
              <a:spcAft>
                <a:spcPts val="600"/>
              </a:spcAft>
              <a:buSzPct val="110000"/>
              <a:buFont typeface="Arial" panose="020B0604020202020204" pitchFamily="34" charset="0"/>
              <a:buChar char="•"/>
              <a:tabLst>
                <a:tab pos="457200" algn="l"/>
              </a:tabLst>
              <a:defRPr/>
            </a:pPr>
            <a:r>
              <a:rPr lang="en-US" sz="1800" b="1" dirty="0">
                <a:solidFill>
                  <a:schemeClr val="tx1"/>
                </a:solidFill>
                <a:latin typeface="Segoe UI"/>
                <a:cs typeface="Segoe UI"/>
              </a:rPr>
              <a:t>Maturity extension: </a:t>
            </a:r>
            <a:r>
              <a:rPr lang="en-US" sz="1800" dirty="0">
                <a:solidFill>
                  <a:schemeClr val="tx1"/>
                </a:solidFill>
                <a:latin typeface="Segoe UI"/>
                <a:cs typeface="Segoe UI"/>
              </a:rPr>
              <a:t>twist/steepening shock</a:t>
            </a:r>
          </a:p>
          <a:p>
            <a:pPr marL="457200" indent="-457200" defTabSz="914314">
              <a:lnSpc>
                <a:spcPct val="125000"/>
              </a:lnSpc>
              <a:spcBef>
                <a:spcPts val="600"/>
              </a:spcBef>
              <a:spcAft>
                <a:spcPts val="600"/>
              </a:spcAft>
              <a:buSzPct val="110000"/>
              <a:buFont typeface="Arial" panose="020B0604020202020204" pitchFamily="34" charset="0"/>
              <a:buChar char="•"/>
              <a:tabLst>
                <a:tab pos="457200" algn="l"/>
              </a:tabLst>
              <a:defRPr/>
            </a:pPr>
            <a:r>
              <a:rPr lang="en-US" sz="1800" b="1" dirty="0">
                <a:solidFill>
                  <a:schemeClr val="tx1"/>
                </a:solidFill>
                <a:latin typeface="Segoe UI"/>
                <a:cs typeface="Segoe UI"/>
              </a:rPr>
              <a:t>Data from </a:t>
            </a:r>
            <a:r>
              <a:rPr lang="en-US" sz="1800" dirty="0" err="1">
                <a:solidFill>
                  <a:schemeClr val="tx1"/>
                </a:solidFill>
                <a:latin typeface="Segoe UI"/>
                <a:cs typeface="Segoe UI"/>
              </a:rPr>
              <a:t>Phillot</a:t>
            </a:r>
            <a:r>
              <a:rPr lang="en-US" sz="1800" dirty="0">
                <a:solidFill>
                  <a:schemeClr val="tx1"/>
                </a:solidFill>
                <a:latin typeface="Segoe UI"/>
                <a:cs typeface="Segoe UI"/>
              </a:rPr>
              <a:t> (2025); </a:t>
            </a:r>
            <a:r>
              <a:rPr lang="en-US" sz="1800" b="1" dirty="0">
                <a:solidFill>
                  <a:schemeClr val="tx1"/>
                </a:solidFill>
                <a:latin typeface="Segoe UI"/>
                <a:cs typeface="Segoe UI"/>
              </a:rPr>
              <a:t>Shock decomp. </a:t>
            </a:r>
            <a:r>
              <a:rPr lang="en-US" sz="1800" dirty="0">
                <a:solidFill>
                  <a:schemeClr val="tx1"/>
                </a:solidFill>
                <a:latin typeface="Segoe UI"/>
                <a:cs typeface="Segoe UI"/>
              </a:rPr>
              <a:t>Bi et al. (2026)</a:t>
            </a:r>
          </a:p>
          <a:p>
            <a:pPr marL="457200" indent="-457200" defTabSz="914314">
              <a:lnSpc>
                <a:spcPct val="125000"/>
              </a:lnSpc>
              <a:spcBef>
                <a:spcPts val="600"/>
              </a:spcBef>
              <a:spcAft>
                <a:spcPts val="600"/>
              </a:spcAft>
              <a:buSzPct val="110000"/>
              <a:buFont typeface="Arial" panose="020B0604020202020204" pitchFamily="34" charset="0"/>
              <a:buChar char="•"/>
              <a:tabLst>
                <a:tab pos="457200" algn="l"/>
              </a:tabLst>
              <a:defRPr/>
            </a:pPr>
            <a:r>
              <a:rPr lang="en-US" sz="1800" dirty="0">
                <a:solidFill>
                  <a:schemeClr val="tx1"/>
                </a:solidFill>
                <a:latin typeface="Segoe UI"/>
                <a:cs typeface="Segoe UI"/>
              </a:rPr>
              <a:t>Shaded region marks post-2020 extension from Bloomberg intraday tick data under same identification</a:t>
            </a:r>
          </a:p>
          <a:p>
            <a:pPr marL="914400" lvl="1" indent="-457200" defTabSz="914314">
              <a:lnSpc>
                <a:spcPct val="125000"/>
              </a:lnSpc>
              <a:spcBef>
                <a:spcPts val="600"/>
              </a:spcBef>
              <a:spcAft>
                <a:spcPts val="600"/>
              </a:spcAft>
              <a:buSzPct val="110000"/>
              <a:buFont typeface="Arial" panose="020B0604020202020204" pitchFamily="34" charset="0"/>
              <a:buChar char="•"/>
              <a:tabLst>
                <a:tab pos="457200" algn="l"/>
              </a:tabLst>
              <a:defRPr/>
            </a:pPr>
            <a:endParaRPr lang="en-US" sz="1800" dirty="0">
              <a:solidFill>
                <a:schemeClr val="tx1"/>
              </a:solidFill>
              <a:latin typeface="Segoe UI"/>
              <a:cs typeface="Segoe UI"/>
            </a:endParaRPr>
          </a:p>
        </p:txBody>
      </p:sp>
      <p:sp>
        <p:nvSpPr>
          <p:cNvPr id="7" name="TextBox 6">
            <a:extLst>
              <a:ext uri="{FF2B5EF4-FFF2-40B4-BE49-F238E27FC236}">
                <a16:creationId xmlns:a16="http://schemas.microsoft.com/office/drawing/2014/main" id="{79C89601-FBB7-B70A-F089-D2B695D3977F}"/>
              </a:ext>
            </a:extLst>
          </p:cNvPr>
          <p:cNvSpPr txBox="1"/>
          <p:nvPr/>
        </p:nvSpPr>
        <p:spPr>
          <a:xfrm rot="16200000">
            <a:off x="5555836" y="2067717"/>
            <a:ext cx="305162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dirty="0">
                <a:solidFill>
                  <a:srgbClr val="7030A0"/>
                </a:solidFill>
                <a:latin typeface="Segoe UI" panose="020B0502040204020203" pitchFamily="34" charset="0"/>
                <a:ea typeface="SimSun" panose="02010600030101010101" pitchFamily="2" charset="-122"/>
                <a:cs typeface="Segoe UI" panose="020B0502040204020203" pitchFamily="34" charset="0"/>
              </a:rPr>
              <a:t>Debt expansion</a:t>
            </a:r>
          </a:p>
          <a:p>
            <a:pPr algn="ctr"/>
            <a:r>
              <a:rPr lang="en-US" b="1" dirty="0">
                <a:solidFill>
                  <a:srgbClr val="7030A0"/>
                </a:solidFill>
                <a:latin typeface="Segoe UI" panose="020B0502040204020203" pitchFamily="34" charset="0"/>
                <a:ea typeface="SimSun" panose="02010600030101010101" pitchFamily="2" charset="-122"/>
                <a:cs typeface="Segoe UI" panose="020B0502040204020203" pitchFamily="34" charset="0"/>
              </a:rPr>
              <a:t>(raises the yield curve)</a:t>
            </a:r>
          </a:p>
        </p:txBody>
      </p:sp>
      <p:pic>
        <p:nvPicPr>
          <p:cNvPr id="8" name="Picture 6">
            <a:extLst>
              <a:ext uri="{FF2B5EF4-FFF2-40B4-BE49-F238E27FC236}">
                <a16:creationId xmlns:a16="http://schemas.microsoft.com/office/drawing/2014/main" id="{8E8AFFEA-C521-F338-8B9E-1B05CA1EC24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401157" y="1136526"/>
            <a:ext cx="4471799" cy="2508714"/>
          </a:xfrm>
          <a:prstGeom prst="rect">
            <a:avLst/>
          </a:prstGeom>
        </p:spPr>
      </p:pic>
      <p:sp>
        <p:nvSpPr>
          <p:cNvPr id="10" name="TextBox 9">
            <a:extLst>
              <a:ext uri="{FF2B5EF4-FFF2-40B4-BE49-F238E27FC236}">
                <a16:creationId xmlns:a16="http://schemas.microsoft.com/office/drawing/2014/main" id="{81D1C42A-B0B8-4B56-78D1-E323A9605EBB}"/>
              </a:ext>
            </a:extLst>
          </p:cNvPr>
          <p:cNvSpPr txBox="1"/>
          <p:nvPr/>
        </p:nvSpPr>
        <p:spPr>
          <a:xfrm rot="16200000">
            <a:off x="5552178" y="4948915"/>
            <a:ext cx="305162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dirty="0">
                <a:solidFill>
                  <a:srgbClr val="7030A0"/>
                </a:solidFill>
                <a:latin typeface="Segoe UI" panose="020B0502040204020203" pitchFamily="34" charset="0"/>
                <a:ea typeface="SimSun" panose="02010600030101010101" pitchFamily="2" charset="-122"/>
                <a:cs typeface="Segoe UI" panose="020B0502040204020203" pitchFamily="34" charset="0"/>
              </a:rPr>
              <a:t>Maturity extension</a:t>
            </a:r>
          </a:p>
          <a:p>
            <a:pPr algn="ctr"/>
            <a:r>
              <a:rPr lang="en-US" b="1" dirty="0">
                <a:solidFill>
                  <a:srgbClr val="7030A0"/>
                </a:solidFill>
                <a:latin typeface="Segoe UI" panose="020B0502040204020203" pitchFamily="34" charset="0"/>
                <a:ea typeface="SimSun" panose="02010600030101010101" pitchFamily="2" charset="-122"/>
                <a:cs typeface="Segoe UI" panose="020B0502040204020203" pitchFamily="34" charset="0"/>
              </a:rPr>
              <a:t>(steepens the yield curve)</a:t>
            </a:r>
          </a:p>
        </p:txBody>
      </p:sp>
      <p:pic>
        <p:nvPicPr>
          <p:cNvPr id="11" name="Picture 6">
            <a:extLst>
              <a:ext uri="{FF2B5EF4-FFF2-40B4-BE49-F238E27FC236}">
                <a16:creationId xmlns:a16="http://schemas.microsoft.com/office/drawing/2014/main" id="{7EBE5024-1FB3-3A15-7691-36902CBFF02B}"/>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401157" y="4076597"/>
            <a:ext cx="4471799" cy="2511680"/>
          </a:xfrm>
          <a:prstGeom prst="rect">
            <a:avLst/>
          </a:prstGeom>
        </p:spPr>
      </p:pic>
    </p:spTree>
    <p:extLst>
      <p:ext uri="{BB962C8B-B14F-4D97-AF65-F5344CB8AC3E}">
        <p14:creationId xmlns:p14="http://schemas.microsoft.com/office/powerpoint/2010/main" val="6118091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94F27-9CBB-45C2-547B-80BE33D141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F16278-E754-C37E-FD7B-F8A71107EC23}"/>
              </a:ext>
            </a:extLst>
          </p:cNvPr>
          <p:cNvSpPr>
            <a:spLocks noGrp="1"/>
          </p:cNvSpPr>
          <p:nvPr>
            <p:ph type="title"/>
          </p:nvPr>
        </p:nvSpPr>
        <p:spPr>
          <a:xfrm>
            <a:off x="176747" y="60106"/>
            <a:ext cx="12181508" cy="850635"/>
          </a:xfrm>
        </p:spPr>
        <p:txBody>
          <a:bodyPr>
            <a:normAutofit/>
          </a:bodyPr>
          <a:lstStyle/>
          <a:p>
            <a:r>
              <a:rPr lang="en-US" sz="2800" kern="0" dirty="0">
                <a:solidFill>
                  <a:schemeClr val="bg1"/>
                </a:solidFill>
                <a:latin typeface="Franklin Gothic Medium" panose="020B0603020102020204" pitchFamily="34" charset="0"/>
              </a:rPr>
              <a:t>U.S. Treasury Supply Shocks Transmit to Global Bond Markets</a:t>
            </a:r>
            <a:endParaRPr lang="en-US" dirty="0">
              <a:latin typeface="Franklin Gothic Medium" panose="020B0603020102020204" pitchFamily="34" charset="0"/>
            </a:endParaRPr>
          </a:p>
        </p:txBody>
      </p:sp>
      <p:sp>
        <p:nvSpPr>
          <p:cNvPr id="5" name="TextBox 4">
            <a:extLst>
              <a:ext uri="{FF2B5EF4-FFF2-40B4-BE49-F238E27FC236}">
                <a16:creationId xmlns:a16="http://schemas.microsoft.com/office/drawing/2014/main" id="{B56472F0-C8BC-A481-132B-EA12C7090E59}"/>
              </a:ext>
            </a:extLst>
          </p:cNvPr>
          <p:cNvSpPr txBox="1"/>
          <p:nvPr/>
        </p:nvSpPr>
        <p:spPr>
          <a:xfrm>
            <a:off x="797897" y="1326102"/>
            <a:ext cx="886685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ea typeface="SimSun" panose="02010600030101010101" pitchFamily="2" charset="-122"/>
                <a:cs typeface="Segoe UI" panose="020B0502040204020203" pitchFamily="34" charset="0"/>
              </a:rPr>
              <a:t>10-year Yield Response to a One Standard Deviation Debt Expansion Shock</a:t>
            </a:r>
          </a:p>
        </p:txBody>
      </p:sp>
      <p:sp>
        <p:nvSpPr>
          <p:cNvPr id="6" name="TextBox 5">
            <a:extLst>
              <a:ext uri="{FF2B5EF4-FFF2-40B4-BE49-F238E27FC236}">
                <a16:creationId xmlns:a16="http://schemas.microsoft.com/office/drawing/2014/main" id="{C4EBF691-86A6-0A0B-4FE7-B7859A26CB72}"/>
              </a:ext>
            </a:extLst>
          </p:cNvPr>
          <p:cNvSpPr txBox="1"/>
          <p:nvPr/>
        </p:nvSpPr>
        <p:spPr>
          <a:xfrm>
            <a:off x="3034727" y="1768340"/>
            <a:ext cx="95300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dirty="0">
                <a:ea typeface="SimSun" panose="02010600030101010101" pitchFamily="2" charset="-122"/>
                <a:cs typeface="Segoe UI" panose="020B0502040204020203" pitchFamily="34" charset="0"/>
              </a:rPr>
              <a:t>US</a:t>
            </a:r>
          </a:p>
        </p:txBody>
      </p:sp>
      <p:sp>
        <p:nvSpPr>
          <p:cNvPr id="9" name="TextBox 8">
            <a:extLst>
              <a:ext uri="{FF2B5EF4-FFF2-40B4-BE49-F238E27FC236}">
                <a16:creationId xmlns:a16="http://schemas.microsoft.com/office/drawing/2014/main" id="{C86E6AC4-355A-3542-A730-D550298D1572}"/>
              </a:ext>
            </a:extLst>
          </p:cNvPr>
          <p:cNvSpPr txBox="1"/>
          <p:nvPr/>
        </p:nvSpPr>
        <p:spPr>
          <a:xfrm>
            <a:off x="8424142" y="1763383"/>
            <a:ext cx="102974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dirty="0">
                <a:ea typeface="SimSun" panose="02010600030101010101" pitchFamily="2" charset="-122"/>
                <a:cs typeface="Segoe UI" panose="020B0502040204020203" pitchFamily="34" charset="0"/>
              </a:rPr>
              <a:t>Panel</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2920FE9A-1019-8F6B-6283-725304F1D9C0}"/>
                  </a:ext>
                </a:extLst>
              </p:cNvPr>
              <p:cNvSpPr txBox="1"/>
              <p:nvPr/>
            </p:nvSpPr>
            <p:spPr>
              <a:xfrm>
                <a:off x="486697" y="5379788"/>
                <a:ext cx="11488993" cy="1304203"/>
              </a:xfrm>
              <a:prstGeom prst="rect">
                <a:avLst/>
              </a:prstGeom>
              <a:noFill/>
            </p:spPr>
            <p:txBody>
              <a:bodyPr wrap="square" rtlCol="0">
                <a:spAutoFit/>
              </a:bodyPr>
              <a:lstStyle/>
              <a:p>
                <a:pPr>
                  <a:lnSpc>
                    <a:spcPct val="110000"/>
                  </a:lnSpc>
                </a:pPr>
                <a:r>
                  <a:rPr lang="en-US" sz="1200" dirty="0">
                    <a:latin typeface="Segoe UI" panose="020B0502040204020203" pitchFamily="34" charset="0"/>
                    <a:cs typeface="Segoe UI" panose="020B0502040204020203" pitchFamily="34" charset="0"/>
                  </a:rPr>
                  <a:t>Sources: shocks from Phillot (2025). IMF staff calculations.</a:t>
                </a:r>
              </a:p>
              <a:p>
                <a:pPr>
                  <a:lnSpc>
                    <a:spcPct val="110000"/>
                  </a:lnSpc>
                </a:pPr>
                <a:r>
                  <a:rPr lang="en-US" sz="1200" dirty="0">
                    <a:latin typeface="Segoe UI" panose="020B0502040204020203" pitchFamily="34" charset="0"/>
                    <a:cs typeface="Segoe UI" panose="020B0502040204020203" pitchFamily="34" charset="0"/>
                  </a:rPr>
                  <a:t>Note: Responses are in basis points per one-standard-deviation shock. Shaded areas: 68 percent  and 90 percent confidence bands. Standard errors: HAC for US, two-way clustered for panel. Daily OLS local projections are estimated over horizons of up to ten business days. The dependent variable is </a:t>
                </a:r>
                <a14:m>
                  <m:oMath xmlns:m="http://schemas.openxmlformats.org/officeDocument/2006/math">
                    <m:sSub>
                      <m:sSubPr>
                        <m:ctrlPr>
                          <a:rPr lang="en-US" sz="1200" i="1">
                            <a:latin typeface="Cambria Math" panose="02040503050406030204" pitchFamily="18" charset="0"/>
                          </a:rPr>
                        </m:ctrlPr>
                      </m:sSubPr>
                      <m:e>
                        <m:r>
                          <m:rPr>
                            <m:sty m:val="p"/>
                          </m:rPr>
                          <a:rPr lang="en-US" sz="1200" i="1">
                            <a:latin typeface="Cambria Math" panose="02040503050406030204" pitchFamily="18" charset="0"/>
                          </a:rPr>
                          <m:t>Y</m:t>
                        </m:r>
                      </m:e>
                      <m:sub>
                        <m:r>
                          <m:rPr>
                            <m:sty m:val="p"/>
                          </m:rPr>
                          <a:rPr lang="en-US" sz="1200" i="1">
                            <a:latin typeface="Cambria Math" panose="02040503050406030204" pitchFamily="18" charset="0"/>
                          </a:rPr>
                          <m:t>t</m:t>
                        </m:r>
                        <m:r>
                          <a:rPr lang="en-US" sz="1200">
                            <a:latin typeface="Cambria Math" panose="02040503050406030204" pitchFamily="18" charset="0"/>
                          </a:rPr>
                          <m:t>+</m:t>
                        </m:r>
                        <m:r>
                          <m:rPr>
                            <m:sty m:val="p"/>
                          </m:rPr>
                          <a:rPr lang="en-US" sz="1200" i="1">
                            <a:latin typeface="Cambria Math" panose="02040503050406030204" pitchFamily="18" charset="0"/>
                          </a:rPr>
                          <m:t>h</m:t>
                        </m:r>
                      </m:sub>
                    </m:sSub>
                    <m:r>
                      <a:rPr lang="en-US" sz="1200">
                        <a:latin typeface="Cambria Math" panose="02040503050406030204" pitchFamily="18" charset="0"/>
                      </a:rPr>
                      <m:t>−</m:t>
                    </m:r>
                    <m:sSub>
                      <m:sSubPr>
                        <m:ctrlPr>
                          <a:rPr lang="en-US" sz="1200" i="1">
                            <a:latin typeface="Cambria Math" panose="02040503050406030204" pitchFamily="18" charset="0"/>
                          </a:rPr>
                        </m:ctrlPr>
                      </m:sSubPr>
                      <m:e>
                        <m:r>
                          <m:rPr>
                            <m:sty m:val="p"/>
                          </m:rPr>
                          <a:rPr lang="en-US" sz="1200" i="1">
                            <a:latin typeface="Cambria Math" panose="02040503050406030204" pitchFamily="18" charset="0"/>
                          </a:rPr>
                          <m:t>Y</m:t>
                        </m:r>
                      </m:e>
                      <m:sub>
                        <m:r>
                          <m:rPr>
                            <m:sty m:val="p"/>
                          </m:rPr>
                          <a:rPr lang="en-US" sz="1200" i="1">
                            <a:latin typeface="Cambria Math" panose="02040503050406030204" pitchFamily="18" charset="0"/>
                          </a:rPr>
                          <m:t>t</m:t>
                        </m:r>
                        <m:r>
                          <a:rPr lang="en-US" sz="1200">
                            <a:latin typeface="Cambria Math" panose="02040503050406030204" pitchFamily="18" charset="0"/>
                          </a:rPr>
                          <m:t>−1</m:t>
                        </m:r>
                      </m:sub>
                    </m:sSub>
                  </m:oMath>
                </a14:m>
                <a:r>
                  <a:rPr lang="en-US" sz="1200" dirty="0">
                    <a:latin typeface="Segoe UI" panose="020B0502040204020203" pitchFamily="34" charset="0"/>
                    <a:cs typeface="Segoe UI" panose="020B0502040204020203" pitchFamily="34" charset="0"/>
                  </a:rPr>
                  <a:t> for the U.S. 10-year Treasury yield and </a:t>
                </a:r>
                <a14:m>
                  <m:oMath xmlns:m="http://schemas.openxmlformats.org/officeDocument/2006/math">
                    <m:sSub>
                      <m:sSubPr>
                        <m:ctrlPr>
                          <a:rPr lang="en-US" sz="1200" i="1">
                            <a:latin typeface="Cambria Math" panose="02040503050406030204" pitchFamily="18" charset="0"/>
                          </a:rPr>
                        </m:ctrlPr>
                      </m:sSubPr>
                      <m:e>
                        <m:r>
                          <m:rPr>
                            <m:sty m:val="p"/>
                          </m:rPr>
                          <a:rPr lang="en-US" sz="1200" i="1">
                            <a:latin typeface="Cambria Math" panose="02040503050406030204" pitchFamily="18" charset="0"/>
                          </a:rPr>
                          <m:t>Y</m:t>
                        </m:r>
                      </m:e>
                      <m:sub>
                        <m:r>
                          <m:rPr>
                            <m:sty m:val="p"/>
                          </m:rPr>
                          <a:rPr lang="en-US" sz="1200" i="1">
                            <a:latin typeface="Cambria Math" panose="02040503050406030204" pitchFamily="18" charset="0"/>
                          </a:rPr>
                          <m:t>i</m:t>
                        </m:r>
                        <m:r>
                          <a:rPr lang="en-US" sz="1200">
                            <a:latin typeface="Cambria Math" panose="02040503050406030204" pitchFamily="18" charset="0"/>
                          </a:rPr>
                          <m:t>,</m:t>
                        </m:r>
                        <m:r>
                          <m:rPr>
                            <m:sty m:val="p"/>
                          </m:rPr>
                          <a:rPr lang="en-US" sz="1200" i="1">
                            <a:latin typeface="Cambria Math" panose="02040503050406030204" pitchFamily="18" charset="0"/>
                          </a:rPr>
                          <m:t>t</m:t>
                        </m:r>
                        <m:r>
                          <a:rPr lang="en-US" sz="1200">
                            <a:latin typeface="Cambria Math" panose="02040503050406030204" pitchFamily="18" charset="0"/>
                          </a:rPr>
                          <m:t>+</m:t>
                        </m:r>
                        <m:r>
                          <m:rPr>
                            <m:sty m:val="p"/>
                          </m:rPr>
                          <a:rPr lang="en-US" sz="1200" i="1">
                            <a:latin typeface="Cambria Math" panose="02040503050406030204" pitchFamily="18" charset="0"/>
                          </a:rPr>
                          <m:t>h</m:t>
                        </m:r>
                      </m:sub>
                    </m:sSub>
                    <m:r>
                      <a:rPr lang="en-US" sz="1200">
                        <a:latin typeface="Cambria Math" panose="02040503050406030204" pitchFamily="18" charset="0"/>
                      </a:rPr>
                      <m:t>−</m:t>
                    </m:r>
                    <m:sSub>
                      <m:sSubPr>
                        <m:ctrlPr>
                          <a:rPr lang="en-US" sz="1200" i="1">
                            <a:latin typeface="Cambria Math" panose="02040503050406030204" pitchFamily="18" charset="0"/>
                          </a:rPr>
                        </m:ctrlPr>
                      </m:sSubPr>
                      <m:e>
                        <m:r>
                          <m:rPr>
                            <m:sty m:val="p"/>
                          </m:rPr>
                          <a:rPr lang="en-US" sz="1200" i="1">
                            <a:latin typeface="Cambria Math" panose="02040503050406030204" pitchFamily="18" charset="0"/>
                          </a:rPr>
                          <m:t>Y</m:t>
                        </m:r>
                      </m:e>
                      <m:sub>
                        <m:r>
                          <m:rPr>
                            <m:sty m:val="p"/>
                          </m:rPr>
                          <a:rPr lang="en-US" sz="1200" i="1">
                            <a:latin typeface="Cambria Math" panose="02040503050406030204" pitchFamily="18" charset="0"/>
                          </a:rPr>
                          <m:t>i</m:t>
                        </m:r>
                        <m:r>
                          <a:rPr lang="en-US" sz="1200">
                            <a:latin typeface="Cambria Math" panose="02040503050406030204" pitchFamily="18" charset="0"/>
                          </a:rPr>
                          <m:t>,</m:t>
                        </m:r>
                        <m:r>
                          <m:rPr>
                            <m:sty m:val="p"/>
                          </m:rPr>
                          <a:rPr lang="en-US" sz="1200" i="1">
                            <a:latin typeface="Cambria Math" panose="02040503050406030204" pitchFamily="18" charset="0"/>
                          </a:rPr>
                          <m:t>t</m:t>
                        </m:r>
                        <m:r>
                          <a:rPr lang="en-US" sz="1200">
                            <a:latin typeface="Cambria Math" panose="02040503050406030204" pitchFamily="18" charset="0"/>
                          </a:rPr>
                          <m:t>−1</m:t>
                        </m:r>
                      </m:sub>
                    </m:sSub>
                  </m:oMath>
                </a14:m>
                <a:r>
                  <a:rPr lang="en-US" sz="1200" dirty="0">
                    <a:latin typeface="Segoe UI" panose="020B0502040204020203" pitchFamily="34" charset="0"/>
                    <a:cs typeface="Segoe UI" panose="020B0502040204020203" pitchFamily="34" charset="0"/>
                  </a:rPr>
                  <a:t> for foreign 10-year sovereign yields. The shock is a contractionary Treasury-supply shock identified on auction announcement days as the first principal component raising the yield curve and </a:t>
                </a:r>
                <a:r>
                  <a:rPr lang="en-US" sz="1200" dirty="0" err="1">
                    <a:latin typeface="Segoe UI" panose="020B0502040204020203" pitchFamily="34" charset="0"/>
                    <a:cs typeface="Segoe UI" panose="020B0502040204020203" pitchFamily="34" charset="0"/>
                  </a:rPr>
                  <a:t>residualized</a:t>
                </a:r>
                <a:r>
                  <a:rPr lang="en-US" sz="1200" dirty="0">
                    <a:latin typeface="Segoe UI" panose="020B0502040204020203" pitchFamily="34" charset="0"/>
                    <a:cs typeface="Segoe UI" panose="020B0502040204020203" pitchFamily="34" charset="0"/>
                  </a:rPr>
                  <a:t> ex-ante with respect to fixed effects (year, day-of-week, and country, where applicable), auction related dummies, and controls selected based on Granger-causality tests. Unbalanced panel of 39 countries over the period 1998-2020.</a:t>
                </a:r>
                <a:endParaRPr lang="en-US" sz="1200" dirty="0">
                  <a:latin typeface="Segoe UI" panose="020B0502040204020203" pitchFamily="34" charset="0"/>
                  <a:ea typeface="Calibri" panose="020F0502020204030204" pitchFamily="34" charset="0"/>
                  <a:cs typeface="Segoe UI" panose="020B0502040204020203" pitchFamily="34" charset="0"/>
                </a:endParaRPr>
              </a:p>
            </p:txBody>
          </p:sp>
        </mc:Choice>
        <mc:Fallback xmlns="">
          <p:sp>
            <p:nvSpPr>
              <p:cNvPr id="18" name="TextBox 17">
                <a:extLst>
                  <a:ext uri="{FF2B5EF4-FFF2-40B4-BE49-F238E27FC236}">
                    <a16:creationId xmlns:a16="http://schemas.microsoft.com/office/drawing/2014/main" id="{2920FE9A-1019-8F6B-6283-725304F1D9C0}"/>
                  </a:ext>
                </a:extLst>
              </p:cNvPr>
              <p:cNvSpPr txBox="1">
                <a:spLocks noRot="1" noChangeAspect="1" noMove="1" noResize="1" noEditPoints="1" noAdjustHandles="1" noChangeArrowheads="1" noChangeShapeType="1" noTextEdit="1"/>
              </p:cNvSpPr>
              <p:nvPr/>
            </p:nvSpPr>
            <p:spPr>
              <a:xfrm>
                <a:off x="486697" y="5379788"/>
                <a:ext cx="11488993" cy="1304203"/>
              </a:xfrm>
              <a:prstGeom prst="rect">
                <a:avLst/>
              </a:prstGeom>
              <a:blipFill>
                <a:blip r:embed="rId3"/>
                <a:stretch>
                  <a:fillRect l="-53" t="-469" b="-2817"/>
                </a:stretch>
              </a:blipFill>
            </p:spPr>
            <p:txBody>
              <a:bodyPr/>
              <a:lstStyle/>
              <a:p>
                <a:r>
                  <a:rPr lang="en-US">
                    <a:noFill/>
                  </a:rPr>
                  <a:t> </a:t>
                </a:r>
              </a:p>
            </p:txBody>
          </p:sp>
        </mc:Fallback>
      </mc:AlternateContent>
      <p:pic>
        <p:nvPicPr>
          <p:cNvPr id="19" name="Graphic 18">
            <a:extLst>
              <a:ext uri="{FF2B5EF4-FFF2-40B4-BE49-F238E27FC236}">
                <a16:creationId xmlns:a16="http://schemas.microsoft.com/office/drawing/2014/main" id="{3C6B8FEE-8142-C08A-14A0-9BC5A323CF41}"/>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bwMode="auto">
          <a:xfrm>
            <a:off x="797897" y="2098201"/>
            <a:ext cx="4918317" cy="2990393"/>
          </a:xfrm>
          <a:prstGeom prst="rect">
            <a:avLst/>
          </a:prstGeom>
        </p:spPr>
      </p:pic>
      <p:pic>
        <p:nvPicPr>
          <p:cNvPr id="20" name="Graphic 19">
            <a:extLst>
              <a:ext uri="{FF2B5EF4-FFF2-40B4-BE49-F238E27FC236}">
                <a16:creationId xmlns:a16="http://schemas.microsoft.com/office/drawing/2014/main" id="{701606E1-A765-5136-B785-1DB89257547B}"/>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bwMode="auto">
          <a:xfrm>
            <a:off x="6304220" y="2097251"/>
            <a:ext cx="4857846" cy="2953625"/>
          </a:xfrm>
          <a:prstGeom prst="rect">
            <a:avLst/>
          </a:prstGeom>
        </p:spPr>
      </p:pic>
      <p:sp>
        <p:nvSpPr>
          <p:cNvPr id="4" name="TextBox 3">
            <a:extLst>
              <a:ext uri="{FF2B5EF4-FFF2-40B4-BE49-F238E27FC236}">
                <a16:creationId xmlns:a16="http://schemas.microsoft.com/office/drawing/2014/main" id="{1EFFD4B3-D4FC-777F-9440-15BD71420B26}"/>
              </a:ext>
            </a:extLst>
          </p:cNvPr>
          <p:cNvSpPr txBox="1"/>
          <p:nvPr/>
        </p:nvSpPr>
        <p:spPr>
          <a:xfrm>
            <a:off x="7587830" y="2252283"/>
            <a:ext cx="2702366" cy="369332"/>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latin typeface="Segoe UI" panose="020B0502040204020203" pitchFamily="34" charset="0"/>
                <a:ea typeface="SimSun" panose="02010600030101010101" pitchFamily="2" charset="-122"/>
                <a:cs typeface="Segoe UI" panose="020B0502040204020203" pitchFamily="34" charset="0"/>
              </a:rPr>
              <a:t>(Spillover elasticity 0.7)</a:t>
            </a:r>
          </a:p>
        </p:txBody>
      </p:sp>
    </p:spTree>
    <p:extLst>
      <p:ext uri="{BB962C8B-B14F-4D97-AF65-F5344CB8AC3E}">
        <p14:creationId xmlns:p14="http://schemas.microsoft.com/office/powerpoint/2010/main" val="25808048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30956-B370-5173-13D1-03415688D8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C472D4-1F54-14AD-A988-0E0774D8702F}"/>
              </a:ext>
            </a:extLst>
          </p:cNvPr>
          <p:cNvSpPr>
            <a:spLocks noGrp="1"/>
          </p:cNvSpPr>
          <p:nvPr>
            <p:ph type="title"/>
          </p:nvPr>
        </p:nvSpPr>
        <p:spPr>
          <a:xfrm>
            <a:off x="205740" y="104071"/>
            <a:ext cx="11857729" cy="850635"/>
          </a:xfrm>
        </p:spPr>
        <p:txBody>
          <a:bodyPr>
            <a:normAutofit/>
          </a:bodyPr>
          <a:lstStyle/>
          <a:p>
            <a:r>
              <a:rPr lang="en-US" sz="3000" kern="0" dirty="0">
                <a:solidFill>
                  <a:schemeClr val="bg1"/>
                </a:solidFill>
                <a:latin typeface="Franklin Gothic Medium" panose="020B0603020102020204" pitchFamily="34" charset="0"/>
              </a:rPr>
              <a:t>Real Spillovers are Larger Abroad Than in the U.S.</a:t>
            </a:r>
            <a:endParaRPr lang="en-US" sz="3000" kern="0" dirty="0">
              <a:solidFill>
                <a:schemeClr val="bg1"/>
              </a:solidFill>
              <a:latin typeface="Franklin Gothic Medium" panose="020B0603020102020204" pitchFamily="34" charset="0"/>
              <a:ea typeface="+mn-ea"/>
              <a:cs typeface="+mn-cs"/>
            </a:endParaRPr>
          </a:p>
        </p:txBody>
      </p:sp>
      <p:sp>
        <p:nvSpPr>
          <p:cNvPr id="3" name="Rectangle 2">
            <a:extLst>
              <a:ext uri="{FF2B5EF4-FFF2-40B4-BE49-F238E27FC236}">
                <a16:creationId xmlns:a16="http://schemas.microsoft.com/office/drawing/2014/main" id="{3153FE54-1466-3AC1-6E16-E60E3C04141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Content Placeholder 8">
            <a:extLst>
              <a:ext uri="{FF2B5EF4-FFF2-40B4-BE49-F238E27FC236}">
                <a16:creationId xmlns:a16="http://schemas.microsoft.com/office/drawing/2014/main" id="{466AEC0C-664C-FA17-9DF2-48DAD5ACFEA8}"/>
              </a:ext>
            </a:extLst>
          </p:cNvPr>
          <p:cNvSpPr>
            <a:spLocks noGrp="1"/>
          </p:cNvSpPr>
          <p:nvPr>
            <p:ph sz="quarter" idx="13"/>
          </p:nvPr>
        </p:nvSpPr>
        <p:spPr>
          <a:xfrm>
            <a:off x="205740" y="954707"/>
            <a:ext cx="11623093" cy="1331293"/>
          </a:xfrm>
        </p:spPr>
        <p:txBody>
          <a:bodyPr vert="horz" lIns="0" tIns="137160" rIns="0" bIns="0" rtlCol="0" anchor="t">
            <a:noAutofit/>
          </a:bodyPr>
          <a:lstStyle/>
          <a:p>
            <a:pPr marL="285750" indent="-285750">
              <a:lnSpc>
                <a:spcPct val="150000"/>
              </a:lnSpc>
              <a:spcBef>
                <a:spcPts val="600"/>
              </a:spcBef>
              <a:spcAft>
                <a:spcPts val="600"/>
              </a:spcAft>
              <a:buClrTx/>
              <a:buFont typeface="Arial" panose="020B0604020202020204" pitchFamily="34" charset="0"/>
              <a:buChar char="•"/>
              <a:tabLst>
                <a:tab pos="457200" algn="l"/>
              </a:tabLst>
            </a:pPr>
            <a:r>
              <a:rPr lang="en-US" altLang="en-US" sz="1800" b="1" dirty="0">
                <a:latin typeface="Segoe UI" panose="020B0502040204020203" pitchFamily="34" charset="0"/>
                <a:ea typeface="SimSun" panose="02010600030101010101" pitchFamily="2" charset="-122"/>
                <a:cs typeface="Segoe UI" panose="020B0502040204020203" pitchFamily="34" charset="0"/>
              </a:rPr>
              <a:t>Foreign real effects exceed domestic ones: </a:t>
            </a:r>
            <a:r>
              <a:rPr lang="en-US" altLang="en-US" sz="1800" dirty="0">
                <a:latin typeface="Segoe UI" panose="020B0502040204020203" pitchFamily="34" charset="0"/>
                <a:ea typeface="SimSun" panose="02010600030101010101" pitchFamily="2" charset="-122"/>
                <a:cs typeface="Segoe UI" panose="020B0502040204020203" pitchFamily="34" charset="0"/>
              </a:rPr>
              <a:t>foreign IP declines by about twice as much as U.S. IP</a:t>
            </a:r>
          </a:p>
          <a:p>
            <a:pPr marL="285750" indent="-285750">
              <a:lnSpc>
                <a:spcPct val="150000"/>
              </a:lnSpc>
              <a:spcBef>
                <a:spcPts val="600"/>
              </a:spcBef>
              <a:spcAft>
                <a:spcPts val="600"/>
              </a:spcAft>
              <a:buClrTx/>
              <a:buFont typeface="Arial" panose="020B0604020202020204" pitchFamily="34" charset="0"/>
              <a:buChar char="•"/>
              <a:tabLst>
                <a:tab pos="457200" algn="l"/>
              </a:tabLst>
            </a:pPr>
            <a:r>
              <a:rPr lang="en-US" altLang="en-US" sz="1800" b="1" dirty="0">
                <a:latin typeface="Segoe UI" panose="020B0502040204020203" pitchFamily="34" charset="0"/>
                <a:ea typeface="SimSun" panose="02010600030101010101" pitchFamily="2" charset="-122"/>
                <a:cs typeface="Segoe UI" panose="020B0502040204020203" pitchFamily="34" charset="0"/>
              </a:rPr>
              <a:t>Why? </a:t>
            </a:r>
            <a:r>
              <a:rPr lang="en-US" altLang="en-US" sz="1800" dirty="0">
                <a:latin typeface="Segoe UI" panose="020B0502040204020203" pitchFamily="34" charset="0"/>
                <a:ea typeface="SimSun" panose="02010600030101010101" pitchFamily="2" charset="-122"/>
                <a:cs typeface="Segoe UI" panose="020B0502040204020203" pitchFamily="34" charset="0"/>
              </a:rPr>
              <a:t>The shock tightens global financial conditions, weakens U.S. demand for foreign exports, and moves FX</a:t>
            </a:r>
          </a:p>
        </p:txBody>
      </p:sp>
      <p:sp>
        <p:nvSpPr>
          <p:cNvPr id="20" name="TextBox 19">
            <a:extLst>
              <a:ext uri="{FF2B5EF4-FFF2-40B4-BE49-F238E27FC236}">
                <a16:creationId xmlns:a16="http://schemas.microsoft.com/office/drawing/2014/main" id="{EB9B5E4C-623A-D803-4C17-4382F82C20C1}"/>
              </a:ext>
            </a:extLst>
          </p:cNvPr>
          <p:cNvSpPr txBox="1"/>
          <p:nvPr/>
        </p:nvSpPr>
        <p:spPr>
          <a:xfrm>
            <a:off x="3182219" y="2776668"/>
            <a:ext cx="119102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dirty="0">
                <a:ea typeface="SimSun" panose="02010600030101010101" pitchFamily="2" charset="-122"/>
                <a:cs typeface="Segoe UI" panose="020B0502040204020203" pitchFamily="34" charset="0"/>
              </a:rPr>
              <a:t>US</a:t>
            </a:r>
          </a:p>
        </p:txBody>
      </p:sp>
      <p:sp>
        <p:nvSpPr>
          <p:cNvPr id="23" name="TextBox 22">
            <a:extLst>
              <a:ext uri="{FF2B5EF4-FFF2-40B4-BE49-F238E27FC236}">
                <a16:creationId xmlns:a16="http://schemas.microsoft.com/office/drawing/2014/main" id="{3FDB3125-4401-2332-2D02-F2E3CA33681D}"/>
              </a:ext>
            </a:extLst>
          </p:cNvPr>
          <p:cNvSpPr txBox="1"/>
          <p:nvPr/>
        </p:nvSpPr>
        <p:spPr>
          <a:xfrm>
            <a:off x="7780479" y="2776668"/>
            <a:ext cx="119351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dirty="0">
                <a:ea typeface="SimSun" panose="02010600030101010101" pitchFamily="2" charset="-122"/>
                <a:cs typeface="Segoe UI" panose="020B0502040204020203" pitchFamily="34" charset="0"/>
              </a:rPr>
              <a:t>Panel</a:t>
            </a:r>
          </a:p>
        </p:txBody>
      </p:sp>
      <mc:AlternateContent xmlns:mc="http://schemas.openxmlformats.org/markup-compatibility/2006" xmlns:a14="http://schemas.microsoft.com/office/drawing/2010/main">
        <mc:Choice Requires="a14">
          <p:sp>
            <p:nvSpPr>
              <p:cNvPr id="4" name="TextBox 15">
                <a:extLst>
                  <a:ext uri="{FF2B5EF4-FFF2-40B4-BE49-F238E27FC236}">
                    <a16:creationId xmlns:a16="http://schemas.microsoft.com/office/drawing/2014/main" id="{8338EBA7-F0FF-84C4-E658-C9E046AD560E}"/>
                  </a:ext>
                </a:extLst>
              </p:cNvPr>
              <p:cNvSpPr txBox="1"/>
              <p:nvPr/>
            </p:nvSpPr>
            <p:spPr>
              <a:xfrm>
                <a:off x="668593" y="5731788"/>
                <a:ext cx="10854813" cy="943056"/>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lIns="0" tIns="0" rIns="0" bIns="0"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defRPr/>
                </a:pPr>
                <a:r>
                  <a:rPr lang="en-US" sz="1200" b="0" dirty="0">
                    <a:solidFill>
                      <a:schemeClr val="tx1"/>
                    </a:solidFill>
                    <a:latin typeface="Segoe UI" panose="020B0502040204020203" pitchFamily="34" charset="0"/>
                    <a:ea typeface="Segoe UI" panose="020B0502040204020203" pitchFamily="34" charset="0"/>
                    <a:cs typeface="Segoe UI" panose="020B0502040204020203" pitchFamily="34" charset="0"/>
                  </a:rPr>
                  <a:t>Sources: </a:t>
                </a:r>
                <a:r>
                  <a:rPr lang="en-US" sz="1200" b="0" dirty="0" err="1">
                    <a:solidFill>
                      <a:schemeClr val="tx1"/>
                    </a:solidFill>
                    <a:latin typeface="Segoe UI" panose="020B0502040204020203" pitchFamily="34" charset="0"/>
                    <a:ea typeface="Segoe UI" panose="020B0502040204020203" pitchFamily="34" charset="0"/>
                    <a:cs typeface="Segoe UI" panose="020B0502040204020203" pitchFamily="34" charset="0"/>
                  </a:rPr>
                  <a:t>Phillot</a:t>
                </a:r>
                <a:r>
                  <a:rPr lang="en-US" sz="1200" b="0" dirty="0">
                    <a:solidFill>
                      <a:schemeClr val="tx1"/>
                    </a:solidFill>
                    <a:latin typeface="Segoe UI" panose="020B0502040204020203" pitchFamily="34" charset="0"/>
                    <a:ea typeface="Segoe UI" panose="020B0502040204020203" pitchFamily="34" charset="0"/>
                    <a:cs typeface="Segoe UI" panose="020B0502040204020203" pitchFamily="34" charset="0"/>
                  </a:rPr>
                  <a:t> (2025); IMF staff calculations.</a:t>
                </a:r>
              </a:p>
              <a:p>
                <a:pPr>
                  <a:defRPr/>
                </a:pPr>
                <a:r>
                  <a:rPr lang="en-US" sz="1200" b="0" dirty="0">
                    <a:solidFill>
                      <a:schemeClr val="tx1"/>
                    </a:solidFill>
                    <a:latin typeface="Segoe UI" panose="020B0502040204020203" pitchFamily="34" charset="0"/>
                    <a:ea typeface="Segoe UI" panose="020B0502040204020203" pitchFamily="34" charset="0"/>
                    <a:cs typeface="Segoe UI" panose="020B0502040204020203" pitchFamily="34" charset="0"/>
                  </a:rPr>
                  <a:t>Notes: Monthly panel local projections of cumulative responses </a:t>
                </a:r>
                <a14:m>
                  <m:oMath xmlns:m="http://schemas.openxmlformats.org/officeDocument/2006/math">
                    <m:r>
                      <a:rPr lang="en-US" sz="1200" b="0" i="1" smtClean="0">
                        <a:solidFill>
                          <a:schemeClr val="tx1"/>
                        </a:solidFill>
                        <a:latin typeface="Cambria Math" panose="02040503050406030204" pitchFamily="18" charset="0"/>
                        <a:ea typeface="Segoe UI" panose="020B0502040204020203" pitchFamily="34" charset="0"/>
                        <a:cs typeface="Segoe UI" panose="020B0502040204020203" pitchFamily="34" charset="0"/>
                      </a:rPr>
                      <m:t>100⋅</m:t>
                    </m:r>
                    <m:d>
                      <m:dPr>
                        <m:ctrlPr>
                          <a:rPr lang="en-US" sz="1200" b="0" i="1" smtClean="0">
                            <a:solidFill>
                              <a:schemeClr val="tx1"/>
                            </a:solidFill>
                            <a:latin typeface="Cambria Math" panose="02040503050406030204" pitchFamily="18" charset="0"/>
                            <a:ea typeface="Segoe UI" panose="020B0502040204020203" pitchFamily="34" charset="0"/>
                            <a:cs typeface="Segoe UI" panose="020B0502040204020203" pitchFamily="34" charset="0"/>
                          </a:rPr>
                        </m:ctrlPr>
                      </m:dPr>
                      <m:e>
                        <m:r>
                          <a:rPr lang="en-US" sz="1200" b="0" i="1" smtClean="0">
                            <a:solidFill>
                              <a:schemeClr val="tx1"/>
                            </a:solidFill>
                            <a:latin typeface="Cambria Math" panose="02040503050406030204" pitchFamily="18" charset="0"/>
                            <a:ea typeface="Segoe UI" panose="020B0502040204020203" pitchFamily="34" charset="0"/>
                            <a:cs typeface="Segoe UI" panose="020B0502040204020203" pitchFamily="34" charset="0"/>
                          </a:rPr>
                          <m:t>𝑙𝑜𝑔𝐼</m:t>
                        </m:r>
                        <m:sSub>
                          <m:sSubPr>
                            <m:ctrlPr>
                              <a:rPr lang="en-US" sz="1200" b="0" i="1" smtClean="0">
                                <a:solidFill>
                                  <a:schemeClr val="tx1"/>
                                </a:solidFill>
                                <a:latin typeface="Cambria Math" panose="02040503050406030204" pitchFamily="18" charset="0"/>
                                <a:ea typeface="Segoe UI" panose="020B0502040204020203" pitchFamily="34" charset="0"/>
                                <a:cs typeface="Segoe UI" panose="020B0502040204020203" pitchFamily="34" charset="0"/>
                              </a:rPr>
                            </m:ctrlPr>
                          </m:sSubPr>
                          <m:e>
                            <m:r>
                              <a:rPr lang="en-US" sz="1200" b="0" i="1" smtClean="0">
                                <a:solidFill>
                                  <a:schemeClr val="tx1"/>
                                </a:solidFill>
                                <a:latin typeface="Cambria Math" panose="02040503050406030204" pitchFamily="18" charset="0"/>
                                <a:ea typeface="Segoe UI" panose="020B0502040204020203" pitchFamily="34" charset="0"/>
                                <a:cs typeface="Segoe UI" panose="020B0502040204020203" pitchFamily="34" charset="0"/>
                              </a:rPr>
                              <m:t>𝑃</m:t>
                            </m:r>
                          </m:e>
                          <m:sub>
                            <m:r>
                              <a:rPr lang="en-US" sz="1200" b="0" i="1" smtClean="0">
                                <a:solidFill>
                                  <a:schemeClr val="tx1"/>
                                </a:solidFill>
                                <a:latin typeface="Cambria Math" panose="02040503050406030204" pitchFamily="18" charset="0"/>
                                <a:ea typeface="Segoe UI" panose="020B0502040204020203" pitchFamily="34" charset="0"/>
                                <a:cs typeface="Segoe UI" panose="020B0502040204020203" pitchFamily="34" charset="0"/>
                              </a:rPr>
                              <m:t>𝑖</m:t>
                            </m:r>
                            <m:r>
                              <a:rPr lang="en-US" sz="1200" b="0" i="1" smtClean="0">
                                <a:solidFill>
                                  <a:schemeClr val="tx1"/>
                                </a:solidFill>
                                <a:latin typeface="Cambria Math" panose="02040503050406030204" pitchFamily="18" charset="0"/>
                                <a:ea typeface="Segoe UI" panose="020B0502040204020203" pitchFamily="34" charset="0"/>
                                <a:cs typeface="Segoe UI" panose="020B0502040204020203" pitchFamily="34" charset="0"/>
                              </a:rPr>
                              <m:t>,</m:t>
                            </m:r>
                            <m:r>
                              <a:rPr lang="en-US" sz="1200" b="0" i="1" smtClean="0">
                                <a:solidFill>
                                  <a:schemeClr val="tx1"/>
                                </a:solidFill>
                                <a:latin typeface="Cambria Math" panose="02040503050406030204" pitchFamily="18" charset="0"/>
                                <a:ea typeface="Segoe UI" panose="020B0502040204020203" pitchFamily="34" charset="0"/>
                                <a:cs typeface="Segoe UI" panose="020B0502040204020203" pitchFamily="34" charset="0"/>
                              </a:rPr>
                              <m:t>𝑡</m:t>
                            </m:r>
                            <m:r>
                              <a:rPr lang="en-US" sz="1200" b="0" i="1" smtClean="0">
                                <a:solidFill>
                                  <a:schemeClr val="tx1"/>
                                </a:solidFill>
                                <a:latin typeface="Cambria Math" panose="02040503050406030204" pitchFamily="18" charset="0"/>
                                <a:ea typeface="Segoe UI" panose="020B0502040204020203" pitchFamily="34" charset="0"/>
                                <a:cs typeface="Segoe UI" panose="020B0502040204020203" pitchFamily="34" charset="0"/>
                              </a:rPr>
                              <m:t>+</m:t>
                            </m:r>
                            <m:r>
                              <a:rPr lang="en-US" sz="1200" b="0" i="1" smtClean="0">
                                <a:solidFill>
                                  <a:schemeClr val="tx1"/>
                                </a:solidFill>
                                <a:latin typeface="Cambria Math" panose="02040503050406030204" pitchFamily="18" charset="0"/>
                                <a:ea typeface="Segoe UI" panose="020B0502040204020203" pitchFamily="34" charset="0"/>
                                <a:cs typeface="Segoe UI" panose="020B0502040204020203" pitchFamily="34" charset="0"/>
                              </a:rPr>
                              <m:t>h</m:t>
                            </m:r>
                          </m:sub>
                        </m:sSub>
                        <m:r>
                          <a:rPr lang="en-US" sz="1200" b="0" i="1" smtClean="0">
                            <a:solidFill>
                              <a:schemeClr val="tx1"/>
                            </a:solidFill>
                            <a:latin typeface="Cambria Math" panose="02040503050406030204" pitchFamily="18" charset="0"/>
                            <a:ea typeface="Segoe UI" panose="020B0502040204020203" pitchFamily="34" charset="0"/>
                            <a:cs typeface="Segoe UI" panose="020B0502040204020203" pitchFamily="34" charset="0"/>
                          </a:rPr>
                          <m:t>−</m:t>
                        </m:r>
                        <m:r>
                          <a:rPr lang="en-US" sz="1200" b="0" i="1" smtClean="0">
                            <a:solidFill>
                              <a:schemeClr val="tx1"/>
                            </a:solidFill>
                            <a:latin typeface="Cambria Math" panose="02040503050406030204" pitchFamily="18" charset="0"/>
                            <a:ea typeface="Segoe UI" panose="020B0502040204020203" pitchFamily="34" charset="0"/>
                            <a:cs typeface="Segoe UI" panose="020B0502040204020203" pitchFamily="34" charset="0"/>
                          </a:rPr>
                          <m:t>𝑙𝑜𝑔𝐼</m:t>
                        </m:r>
                        <m:sSub>
                          <m:sSubPr>
                            <m:ctrlPr>
                              <a:rPr lang="en-US" sz="1200" b="0" i="1" smtClean="0">
                                <a:solidFill>
                                  <a:schemeClr val="tx1"/>
                                </a:solidFill>
                                <a:latin typeface="Cambria Math" panose="02040503050406030204" pitchFamily="18" charset="0"/>
                                <a:ea typeface="Segoe UI" panose="020B0502040204020203" pitchFamily="34" charset="0"/>
                                <a:cs typeface="Segoe UI" panose="020B0502040204020203" pitchFamily="34" charset="0"/>
                              </a:rPr>
                            </m:ctrlPr>
                          </m:sSubPr>
                          <m:e>
                            <m:r>
                              <a:rPr lang="en-US" sz="1200" b="0" i="1" smtClean="0">
                                <a:solidFill>
                                  <a:schemeClr val="tx1"/>
                                </a:solidFill>
                                <a:latin typeface="Cambria Math" panose="02040503050406030204" pitchFamily="18" charset="0"/>
                                <a:ea typeface="Segoe UI" panose="020B0502040204020203" pitchFamily="34" charset="0"/>
                                <a:cs typeface="Segoe UI" panose="020B0502040204020203" pitchFamily="34" charset="0"/>
                              </a:rPr>
                              <m:t>𝑃</m:t>
                            </m:r>
                          </m:e>
                          <m:sub>
                            <m:r>
                              <a:rPr lang="en-US" sz="1200" b="0" i="1" smtClean="0">
                                <a:solidFill>
                                  <a:schemeClr val="tx1"/>
                                </a:solidFill>
                                <a:latin typeface="Cambria Math" panose="02040503050406030204" pitchFamily="18" charset="0"/>
                                <a:ea typeface="Segoe UI" panose="020B0502040204020203" pitchFamily="34" charset="0"/>
                                <a:cs typeface="Segoe UI" panose="020B0502040204020203" pitchFamily="34" charset="0"/>
                              </a:rPr>
                              <m:t>𝑖</m:t>
                            </m:r>
                            <m:r>
                              <a:rPr lang="en-US" sz="1200" b="0" i="1" smtClean="0">
                                <a:solidFill>
                                  <a:schemeClr val="tx1"/>
                                </a:solidFill>
                                <a:latin typeface="Cambria Math" panose="02040503050406030204" pitchFamily="18" charset="0"/>
                                <a:ea typeface="Segoe UI" panose="020B0502040204020203" pitchFamily="34" charset="0"/>
                                <a:cs typeface="Segoe UI" panose="020B0502040204020203" pitchFamily="34" charset="0"/>
                              </a:rPr>
                              <m:t>,</m:t>
                            </m:r>
                            <m:r>
                              <a:rPr lang="en-US" sz="1200" b="0" i="1" smtClean="0">
                                <a:solidFill>
                                  <a:schemeClr val="tx1"/>
                                </a:solidFill>
                                <a:latin typeface="Cambria Math" panose="02040503050406030204" pitchFamily="18" charset="0"/>
                                <a:ea typeface="Segoe UI" panose="020B0502040204020203" pitchFamily="34" charset="0"/>
                                <a:cs typeface="Segoe UI" panose="020B0502040204020203" pitchFamily="34" charset="0"/>
                              </a:rPr>
                              <m:t>𝑡</m:t>
                            </m:r>
                            <m:r>
                              <a:rPr lang="en-US" sz="1200" b="0" i="1" smtClean="0">
                                <a:solidFill>
                                  <a:schemeClr val="tx1"/>
                                </a:solidFill>
                                <a:latin typeface="Cambria Math" panose="02040503050406030204" pitchFamily="18" charset="0"/>
                                <a:ea typeface="Segoe UI" panose="020B0502040204020203" pitchFamily="34" charset="0"/>
                                <a:cs typeface="Segoe UI" panose="020B0502040204020203" pitchFamily="34" charset="0"/>
                              </a:rPr>
                              <m:t>−1</m:t>
                            </m:r>
                          </m:sub>
                        </m:sSub>
                      </m:e>
                    </m:d>
                  </m:oMath>
                </a14:m>
                <a:r>
                  <a:rPr lang="en-US" sz="1200" dirty="0">
                    <a:solidFill>
                      <a:schemeClr val="tx1"/>
                    </a:solidFill>
                    <a:latin typeface="Segoe UI" panose="020B0502040204020203" pitchFamily="34" charset="0"/>
                    <a:ea typeface="Segoe UI" panose="020B0502040204020203" pitchFamily="34" charset="0"/>
                    <a:cs typeface="Segoe UI" panose="020B0502040204020203" pitchFamily="34" charset="0"/>
                  </a:rPr>
                  <a:t> </a:t>
                </a:r>
                <a:r>
                  <a:rPr lang="en-US" sz="1200" b="0" dirty="0">
                    <a:solidFill>
                      <a:schemeClr val="tx1"/>
                    </a:solidFill>
                    <a:latin typeface="Segoe UI" panose="020B0502040204020203" pitchFamily="34" charset="0"/>
                    <a:ea typeface="Segoe UI" panose="020B0502040204020203" pitchFamily="34" charset="0"/>
                    <a:cs typeface="Segoe UI" panose="020B0502040204020203" pitchFamily="34" charset="0"/>
                  </a:rPr>
                  <a:t>to a US Treasury supply shock. Shaded areas denote 68% and 90% confidence bands. The shock is constructed by aggregating high-frequency event-day Treasury supply surprises within each month and set to zero in non-event months. Panel estimates exclude the United States and include country fixed effects and controls. Standard errors are clustered by month. </a:t>
                </a:r>
                <a:r>
                  <a:rPr lang="en-US" sz="1200" dirty="0">
                    <a:latin typeface="Segoe UI" panose="020B0502040204020203" pitchFamily="34" charset="0"/>
                    <a:cs typeface="Segoe UI" panose="020B0502040204020203" pitchFamily="34" charset="0"/>
                  </a:rPr>
                  <a:t>Unbalanced panel of 58 countries over the period 1998-2020.</a:t>
                </a:r>
                <a:endParaRPr lang="en-US" sz="1200" b="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mc:Choice>
        <mc:Fallback xmlns="">
          <p:sp>
            <p:nvSpPr>
              <p:cNvPr id="4" name="TextBox 15">
                <a:extLst>
                  <a:ext uri="{FF2B5EF4-FFF2-40B4-BE49-F238E27FC236}">
                    <a16:creationId xmlns:a16="http://schemas.microsoft.com/office/drawing/2014/main" id="{8338EBA7-F0FF-84C4-E658-C9E046AD560E}"/>
                  </a:ext>
                </a:extLst>
              </p:cNvPr>
              <p:cNvSpPr txBox="1">
                <a:spLocks noRot="1" noChangeAspect="1" noMove="1" noResize="1" noEditPoints="1" noAdjustHandles="1" noChangeArrowheads="1" noChangeShapeType="1" noTextEdit="1"/>
              </p:cNvSpPr>
              <p:nvPr/>
            </p:nvSpPr>
            <p:spPr>
              <a:xfrm>
                <a:off x="668593" y="5731788"/>
                <a:ext cx="10854813" cy="943056"/>
              </a:xfrm>
              <a:prstGeom prst="rect">
                <a:avLst/>
              </a:prstGeom>
              <a:blipFill>
                <a:blip r:embed="rId3"/>
                <a:stretch>
                  <a:fillRect l="-899" t="-5806" r="-899" b="-9032"/>
                </a:stretch>
              </a:blipFill>
              <a:ln w="9525" cmpd="sng">
                <a:noFill/>
              </a:ln>
            </p:spPr>
            <p:txBody>
              <a:bodyPr/>
              <a:lstStyle/>
              <a:p>
                <a:r>
                  <a:rPr lang="en-US">
                    <a:noFill/>
                  </a:rPr>
                  <a:t> </a:t>
                </a:r>
              </a:p>
            </p:txBody>
          </p:sp>
        </mc:Fallback>
      </mc:AlternateContent>
      <p:pic>
        <p:nvPicPr>
          <p:cNvPr id="5" name="Picture 4">
            <a:extLst>
              <a:ext uri="{FF2B5EF4-FFF2-40B4-BE49-F238E27FC236}">
                <a16:creationId xmlns:a16="http://schemas.microsoft.com/office/drawing/2014/main" id="{B1351691-676C-898B-63F2-F7BF25DA93A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480089" y="3061844"/>
            <a:ext cx="4273423" cy="2602012"/>
          </a:xfrm>
          <a:prstGeom prst="rect">
            <a:avLst/>
          </a:prstGeom>
        </p:spPr>
      </p:pic>
      <p:pic>
        <p:nvPicPr>
          <p:cNvPr id="6" name="Picture 5">
            <a:extLst>
              <a:ext uri="{FF2B5EF4-FFF2-40B4-BE49-F238E27FC236}">
                <a16:creationId xmlns:a16="http://schemas.microsoft.com/office/drawing/2014/main" id="{CB234AAC-1BBA-2C21-45A1-6205E8F588CF}"/>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5905997" y="3058784"/>
            <a:ext cx="4273422" cy="2608134"/>
          </a:xfrm>
          <a:prstGeom prst="rect">
            <a:avLst/>
          </a:prstGeom>
        </p:spPr>
      </p:pic>
      <p:sp>
        <p:nvSpPr>
          <p:cNvPr id="8" name="TextBox 7">
            <a:extLst>
              <a:ext uri="{FF2B5EF4-FFF2-40B4-BE49-F238E27FC236}">
                <a16:creationId xmlns:a16="http://schemas.microsoft.com/office/drawing/2014/main" id="{5A724C42-D4AE-862A-9A77-1E266D98F7A0}"/>
              </a:ext>
            </a:extLst>
          </p:cNvPr>
          <p:cNvSpPr txBox="1"/>
          <p:nvPr/>
        </p:nvSpPr>
        <p:spPr>
          <a:xfrm>
            <a:off x="6950803" y="4400495"/>
            <a:ext cx="2835223" cy="369332"/>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latin typeface="Segoe UI" panose="020B0502040204020203" pitchFamily="34" charset="0"/>
                <a:ea typeface="SimSun" panose="02010600030101010101" pitchFamily="2" charset="-122"/>
                <a:cs typeface="Segoe UI" panose="020B0502040204020203" pitchFamily="34" charset="0"/>
              </a:rPr>
              <a:t>(Spillover elasticity 0.8)</a:t>
            </a:r>
          </a:p>
        </p:txBody>
      </p:sp>
      <p:sp>
        <p:nvSpPr>
          <p:cNvPr id="7" name="TextBox 6">
            <a:extLst>
              <a:ext uri="{FF2B5EF4-FFF2-40B4-BE49-F238E27FC236}">
                <a16:creationId xmlns:a16="http://schemas.microsoft.com/office/drawing/2014/main" id="{1AB99AFA-725A-B4F3-C76D-881F39B37314}"/>
              </a:ext>
            </a:extLst>
          </p:cNvPr>
          <p:cNvSpPr txBox="1"/>
          <p:nvPr/>
        </p:nvSpPr>
        <p:spPr>
          <a:xfrm>
            <a:off x="668593" y="2304590"/>
            <a:ext cx="973170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ea typeface="SimSun" panose="02010600030101010101" pitchFamily="2" charset="-122"/>
                <a:cs typeface="Segoe UI" panose="020B0502040204020203" pitchFamily="34" charset="0"/>
              </a:rPr>
              <a:t>Industrial Production Response to a One Standard Deviation Debt Expansion Shock</a:t>
            </a:r>
          </a:p>
        </p:txBody>
      </p:sp>
    </p:spTree>
    <p:extLst>
      <p:ext uri="{BB962C8B-B14F-4D97-AF65-F5344CB8AC3E}">
        <p14:creationId xmlns:p14="http://schemas.microsoft.com/office/powerpoint/2010/main" val="7307530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E1FE17-84A3-7ADA-0B53-C2F4422D51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A8FC90-319E-FE90-8022-45FAA13AD67C}"/>
              </a:ext>
            </a:extLst>
          </p:cNvPr>
          <p:cNvSpPr>
            <a:spLocks noGrp="1"/>
          </p:cNvSpPr>
          <p:nvPr>
            <p:ph type="title"/>
          </p:nvPr>
        </p:nvSpPr>
        <p:spPr>
          <a:xfrm>
            <a:off x="205740" y="104071"/>
            <a:ext cx="11857729" cy="850635"/>
          </a:xfrm>
        </p:spPr>
        <p:txBody>
          <a:bodyPr>
            <a:normAutofit/>
          </a:bodyPr>
          <a:lstStyle/>
          <a:p>
            <a:r>
              <a:rPr lang="en-US" sz="3000" kern="0" dirty="0">
                <a:solidFill>
                  <a:schemeClr val="bg1"/>
                </a:solidFill>
                <a:latin typeface="Franklin Gothic Medium" panose="020B0603020102020204" pitchFamily="34" charset="0"/>
                <a:ea typeface="+mn-ea"/>
                <a:cs typeface="+mn-cs"/>
              </a:rPr>
              <a:t>Why are Foreign Effects Larger than Domestic Effects?</a:t>
            </a:r>
            <a:br>
              <a:rPr lang="en-US" sz="3000" kern="0" dirty="0">
                <a:solidFill>
                  <a:schemeClr val="bg1"/>
                </a:solidFill>
                <a:latin typeface="Franklin Gothic Medium" panose="020B0603020102020204" pitchFamily="34" charset="0"/>
                <a:ea typeface="+mn-ea"/>
                <a:cs typeface="+mn-cs"/>
              </a:rPr>
            </a:br>
            <a:r>
              <a:rPr lang="en-US" sz="3000" kern="0" dirty="0">
                <a:solidFill>
                  <a:schemeClr val="bg1"/>
                </a:solidFill>
                <a:latin typeface="Franklin Gothic Medium" panose="020B0603020102020204" pitchFamily="34" charset="0"/>
                <a:ea typeface="+mn-ea"/>
                <a:cs typeface="+mn-cs"/>
              </a:rPr>
              <a:t>Three Channels Reinforce Each Other</a:t>
            </a:r>
          </a:p>
        </p:txBody>
      </p:sp>
      <p:sp>
        <p:nvSpPr>
          <p:cNvPr id="3" name="Rectangle 2">
            <a:extLst>
              <a:ext uri="{FF2B5EF4-FFF2-40B4-BE49-F238E27FC236}">
                <a16:creationId xmlns:a16="http://schemas.microsoft.com/office/drawing/2014/main" id="{C3E98B3B-8E4B-1C8B-A804-D6684DE75E44}"/>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Content Placeholder 8">
            <a:extLst>
              <a:ext uri="{FF2B5EF4-FFF2-40B4-BE49-F238E27FC236}">
                <a16:creationId xmlns:a16="http://schemas.microsoft.com/office/drawing/2014/main" id="{9E13EE94-1B36-1E37-5EF6-32C137F53300}"/>
              </a:ext>
            </a:extLst>
          </p:cNvPr>
          <p:cNvSpPr>
            <a:spLocks noGrp="1"/>
          </p:cNvSpPr>
          <p:nvPr>
            <p:ph sz="quarter" idx="13"/>
          </p:nvPr>
        </p:nvSpPr>
        <p:spPr>
          <a:xfrm>
            <a:off x="761743" y="954707"/>
            <a:ext cx="3162894" cy="2109126"/>
          </a:xfrm>
        </p:spPr>
        <p:txBody>
          <a:bodyPr vert="horz" lIns="0" tIns="137160" rIns="0" bIns="0" rtlCol="0" anchor="t">
            <a:noAutofit/>
          </a:bodyPr>
          <a:lstStyle/>
          <a:p>
            <a:pPr marL="285750" indent="-285750">
              <a:lnSpc>
                <a:spcPct val="150000"/>
              </a:lnSpc>
              <a:spcBef>
                <a:spcPts val="600"/>
              </a:spcBef>
              <a:spcAft>
                <a:spcPts val="600"/>
              </a:spcAft>
              <a:buClrTx/>
              <a:buFont typeface="Arial" panose="020B0604020202020204" pitchFamily="34" charset="0"/>
              <a:buChar char="•"/>
              <a:tabLst>
                <a:tab pos="457200" algn="l"/>
              </a:tabLst>
            </a:pPr>
            <a:r>
              <a:rPr lang="en-US" altLang="en-US" sz="1800" b="1" dirty="0">
                <a:solidFill>
                  <a:srgbClr val="004C97"/>
                </a:solidFill>
                <a:latin typeface="Segoe UI" panose="020B0502040204020203" pitchFamily="34" charset="0"/>
                <a:ea typeface="SimSun" panose="02010600030101010101" pitchFamily="2" charset="-122"/>
                <a:cs typeface="Segoe UI" panose="020B0502040204020203" pitchFamily="34" charset="0"/>
              </a:rPr>
              <a:t>Financial channel:</a:t>
            </a:r>
            <a:r>
              <a:rPr lang="en-US" altLang="en-US" sz="1800" dirty="0">
                <a:solidFill>
                  <a:srgbClr val="004C97"/>
                </a:solidFill>
                <a:latin typeface="Segoe UI" panose="020B0502040204020203" pitchFamily="34" charset="0"/>
                <a:ea typeface="SimSun" panose="02010600030101010101" pitchFamily="2" charset="-122"/>
                <a:cs typeface="Segoe UI" panose="020B0502040204020203" pitchFamily="34" charset="0"/>
              </a:rPr>
              <a:t> </a:t>
            </a:r>
          </a:p>
          <a:p>
            <a:pPr>
              <a:lnSpc>
                <a:spcPct val="125000"/>
              </a:lnSpc>
              <a:spcBef>
                <a:spcPts val="600"/>
              </a:spcBef>
              <a:spcAft>
                <a:spcPts val="600"/>
              </a:spcAft>
              <a:buClrTx/>
              <a:tabLst>
                <a:tab pos="457200" algn="l"/>
              </a:tabLst>
            </a:pPr>
            <a:r>
              <a:rPr lang="en-US" altLang="en-US" sz="1800" dirty="0">
                <a:latin typeface="Segoe UI" panose="020B0502040204020203" pitchFamily="34" charset="0"/>
                <a:ea typeface="SimSun" panose="02010600030101010101" pitchFamily="2" charset="-122"/>
                <a:cs typeface="Segoe UI" panose="020B0502040204020203" pitchFamily="34" charset="0"/>
              </a:rPr>
              <a:t>Higher U.S. long rates raise foreign sovereign and corporate borrowing costs</a:t>
            </a:r>
          </a:p>
        </p:txBody>
      </p:sp>
      <p:sp>
        <p:nvSpPr>
          <p:cNvPr id="4" name="Content Placeholder 8">
            <a:extLst>
              <a:ext uri="{FF2B5EF4-FFF2-40B4-BE49-F238E27FC236}">
                <a16:creationId xmlns:a16="http://schemas.microsoft.com/office/drawing/2014/main" id="{3865BEBA-2199-7EFC-7C45-010171A983DD}"/>
              </a:ext>
            </a:extLst>
          </p:cNvPr>
          <p:cNvSpPr txBox="1">
            <a:spLocks/>
          </p:cNvSpPr>
          <p:nvPr/>
        </p:nvSpPr>
        <p:spPr>
          <a:xfrm>
            <a:off x="4537304" y="954707"/>
            <a:ext cx="3162894" cy="2109126"/>
          </a:xfrm>
          <a:prstGeom prst="rect">
            <a:avLst/>
          </a:prstGeom>
        </p:spPr>
        <p:txBody>
          <a:bodyPr vert="horz" lIns="0" tIns="137160" rIns="0" bIns="0" rtlCol="0" anchor="t">
            <a:noAutofit/>
          </a:bodyPr>
          <a:lstStyle>
            <a:lvl1pPr marL="0" indent="0" algn="l" defTabSz="914314" rtl="0" eaLnBrk="1" latinLnBrk="0" hangingPunct="1">
              <a:spcBef>
                <a:spcPts val="2400"/>
              </a:spcBef>
              <a:buClr>
                <a:schemeClr val="accent1"/>
              </a:buClr>
              <a:buSzPct val="110000"/>
              <a:buFont typeface="Wingdings" charset="2"/>
              <a:buNone/>
              <a:tabLst/>
              <a:defRPr sz="2000" kern="1200">
                <a:solidFill>
                  <a:schemeClr val="tx1"/>
                </a:solidFill>
                <a:latin typeface="+mn-lt"/>
                <a:ea typeface="+mn-ea"/>
                <a:cs typeface="+mn-cs"/>
              </a:defRPr>
            </a:lvl1pPr>
            <a:lvl2pPr marL="233363" indent="-233363" algn="l" defTabSz="914314" rtl="0" eaLnBrk="1" latinLnBrk="0" hangingPunct="1">
              <a:spcBef>
                <a:spcPts val="600"/>
              </a:spcBef>
              <a:buClr>
                <a:schemeClr val="accent1"/>
              </a:buClr>
              <a:buSzPct val="100000"/>
              <a:buFont typeface="Wingdings" pitchFamily="2" charset="2"/>
              <a:buChar char="§"/>
              <a:tabLst/>
              <a:defRPr sz="2000" kern="1200">
                <a:solidFill>
                  <a:schemeClr val="tx1"/>
                </a:solidFill>
                <a:latin typeface="+mn-lt"/>
                <a:ea typeface="+mn-ea"/>
                <a:cs typeface="+mn-cs"/>
              </a:defRPr>
            </a:lvl2pPr>
            <a:lvl3pPr marL="458788" indent="-225425" algn="l" defTabSz="914314" rtl="0" eaLnBrk="1" latinLnBrk="0" hangingPunct="1">
              <a:spcBef>
                <a:spcPts val="600"/>
              </a:spcBef>
              <a:buClr>
                <a:schemeClr val="bg1">
                  <a:lumMod val="50000"/>
                </a:schemeClr>
              </a:buClr>
              <a:buSzPct val="65000"/>
              <a:buFont typeface="Lucida Grande" panose="020B0600040502020204" pitchFamily="34" charset="0"/>
              <a:buChar char="▶"/>
              <a:tabLst/>
              <a:defRPr sz="2000" kern="1200">
                <a:solidFill>
                  <a:schemeClr val="tx1"/>
                </a:solidFill>
                <a:latin typeface="+mn-lt"/>
                <a:ea typeface="+mn-ea"/>
                <a:cs typeface="+mn-cs"/>
              </a:defRPr>
            </a:lvl3pPr>
            <a:lvl4pPr marL="692150" indent="-233363" algn="l" defTabSz="914314" rtl="0" eaLnBrk="1" latinLnBrk="0" hangingPunct="1">
              <a:spcBef>
                <a:spcPts val="600"/>
              </a:spcBef>
              <a:buClr>
                <a:schemeClr val="accent1"/>
              </a:buClr>
              <a:buSzPct val="100000"/>
              <a:buFont typeface="LucidaGrande" charset="0"/>
              <a:buChar char="◆"/>
              <a:tabLst/>
              <a:defRPr sz="2000" kern="1200">
                <a:solidFill>
                  <a:schemeClr val="tx1"/>
                </a:solidFill>
                <a:latin typeface="+mn-lt"/>
                <a:ea typeface="+mn-ea"/>
                <a:cs typeface="+mn-cs"/>
              </a:defRPr>
            </a:lvl4pPr>
            <a:lvl5pPr marL="917575" indent="-225425" algn="l" defTabSz="914314" rtl="0" eaLnBrk="1" latinLnBrk="0" hangingPunct="1">
              <a:spcBef>
                <a:spcPts val="600"/>
              </a:spcBef>
              <a:buClr>
                <a:schemeClr val="bg1">
                  <a:lumMod val="50000"/>
                </a:schemeClr>
              </a:buClr>
              <a:buFont typeface=".HelveticaNeueDeskInterface-Regular"/>
              <a:buChar char="●"/>
              <a:tabLst/>
              <a:defRPr sz="2000" kern="1200">
                <a:solidFill>
                  <a:schemeClr val="tx1"/>
                </a:solidFill>
                <a:latin typeface="+mn-lt"/>
                <a:ea typeface="+mn-ea"/>
                <a:cs typeface="+mn-cs"/>
              </a:defRPr>
            </a:lvl5pPr>
            <a:lvl6pPr marL="2514364"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522"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79"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35"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5750" indent="-285750">
              <a:lnSpc>
                <a:spcPct val="150000"/>
              </a:lnSpc>
              <a:spcBef>
                <a:spcPts val="600"/>
              </a:spcBef>
              <a:spcAft>
                <a:spcPts val="600"/>
              </a:spcAft>
              <a:buClrTx/>
              <a:buFont typeface="Arial" panose="020B0604020202020204" pitchFamily="34" charset="0"/>
              <a:buChar char="•"/>
              <a:tabLst>
                <a:tab pos="457200" algn="l"/>
              </a:tabLst>
            </a:pPr>
            <a:r>
              <a:rPr lang="en-US" altLang="en-US" sz="1800" b="1" dirty="0">
                <a:solidFill>
                  <a:schemeClr val="accent5">
                    <a:lumMod val="50000"/>
                  </a:schemeClr>
                </a:solidFill>
                <a:latin typeface="Segoe UI" panose="020B0502040204020203" pitchFamily="34" charset="0"/>
                <a:ea typeface="SimSun" panose="02010600030101010101" pitchFamily="2" charset="-122"/>
                <a:cs typeface="Segoe UI" panose="020B0502040204020203" pitchFamily="34" charset="0"/>
              </a:rPr>
              <a:t>Trade channel:</a:t>
            </a:r>
            <a:r>
              <a:rPr lang="en-US" altLang="en-US" sz="1800" dirty="0">
                <a:solidFill>
                  <a:schemeClr val="accent5">
                    <a:lumMod val="50000"/>
                  </a:schemeClr>
                </a:solidFill>
                <a:latin typeface="Segoe UI" panose="020B0502040204020203" pitchFamily="34" charset="0"/>
                <a:ea typeface="SimSun" panose="02010600030101010101" pitchFamily="2" charset="-122"/>
                <a:cs typeface="Segoe UI" panose="020B0502040204020203" pitchFamily="34" charset="0"/>
              </a:rPr>
              <a:t> </a:t>
            </a:r>
          </a:p>
          <a:p>
            <a:pPr>
              <a:lnSpc>
                <a:spcPct val="125000"/>
              </a:lnSpc>
              <a:spcBef>
                <a:spcPts val="600"/>
              </a:spcBef>
              <a:spcAft>
                <a:spcPts val="600"/>
              </a:spcAft>
              <a:buClrTx/>
              <a:tabLst>
                <a:tab pos="457200" algn="l"/>
              </a:tabLst>
            </a:pPr>
            <a:r>
              <a:rPr lang="en-US" altLang="en-US" sz="1800" dirty="0">
                <a:latin typeface="Segoe UI" panose="020B0502040204020203" pitchFamily="34" charset="0"/>
                <a:ea typeface="SimSun" panose="02010600030101010101" pitchFamily="2" charset="-122"/>
                <a:cs typeface="Segoe UI" panose="020B0502040204020203" pitchFamily="34" charset="0"/>
              </a:rPr>
              <a:t>Lower U.S. activity reduces demand for foreign exports</a:t>
            </a:r>
          </a:p>
        </p:txBody>
      </p:sp>
      <p:sp>
        <p:nvSpPr>
          <p:cNvPr id="5" name="Content Placeholder 8">
            <a:extLst>
              <a:ext uri="{FF2B5EF4-FFF2-40B4-BE49-F238E27FC236}">
                <a16:creationId xmlns:a16="http://schemas.microsoft.com/office/drawing/2014/main" id="{2D08C9EB-DF08-94E8-8676-9B93AAEDA6CA}"/>
              </a:ext>
            </a:extLst>
          </p:cNvPr>
          <p:cNvSpPr txBox="1">
            <a:spLocks/>
          </p:cNvSpPr>
          <p:nvPr/>
        </p:nvSpPr>
        <p:spPr>
          <a:xfrm>
            <a:off x="8312865" y="954707"/>
            <a:ext cx="3633712" cy="2109127"/>
          </a:xfrm>
          <a:prstGeom prst="rect">
            <a:avLst/>
          </a:prstGeom>
        </p:spPr>
        <p:txBody>
          <a:bodyPr vert="horz" lIns="0" tIns="137160" rIns="0" bIns="0" rtlCol="0" anchor="t">
            <a:noAutofit/>
          </a:bodyPr>
          <a:lstStyle>
            <a:lvl1pPr marL="0" indent="0" algn="l" defTabSz="914314" rtl="0" eaLnBrk="1" latinLnBrk="0" hangingPunct="1">
              <a:spcBef>
                <a:spcPts val="2400"/>
              </a:spcBef>
              <a:buClr>
                <a:schemeClr val="accent1"/>
              </a:buClr>
              <a:buSzPct val="110000"/>
              <a:buFont typeface="Wingdings" charset="2"/>
              <a:buNone/>
              <a:tabLst/>
              <a:defRPr sz="2000" kern="1200">
                <a:solidFill>
                  <a:schemeClr val="tx1"/>
                </a:solidFill>
                <a:latin typeface="+mn-lt"/>
                <a:ea typeface="+mn-ea"/>
                <a:cs typeface="+mn-cs"/>
              </a:defRPr>
            </a:lvl1pPr>
            <a:lvl2pPr marL="233363" indent="-233363" algn="l" defTabSz="914314" rtl="0" eaLnBrk="1" latinLnBrk="0" hangingPunct="1">
              <a:spcBef>
                <a:spcPts val="600"/>
              </a:spcBef>
              <a:buClr>
                <a:schemeClr val="accent1"/>
              </a:buClr>
              <a:buSzPct val="100000"/>
              <a:buFont typeface="Wingdings" pitchFamily="2" charset="2"/>
              <a:buChar char="§"/>
              <a:tabLst/>
              <a:defRPr sz="2000" kern="1200">
                <a:solidFill>
                  <a:schemeClr val="tx1"/>
                </a:solidFill>
                <a:latin typeface="+mn-lt"/>
                <a:ea typeface="+mn-ea"/>
                <a:cs typeface="+mn-cs"/>
              </a:defRPr>
            </a:lvl2pPr>
            <a:lvl3pPr marL="458788" indent="-225425" algn="l" defTabSz="914314" rtl="0" eaLnBrk="1" latinLnBrk="0" hangingPunct="1">
              <a:spcBef>
                <a:spcPts val="600"/>
              </a:spcBef>
              <a:buClr>
                <a:schemeClr val="bg1">
                  <a:lumMod val="50000"/>
                </a:schemeClr>
              </a:buClr>
              <a:buSzPct val="65000"/>
              <a:buFont typeface="Lucida Grande" panose="020B0600040502020204" pitchFamily="34" charset="0"/>
              <a:buChar char="▶"/>
              <a:tabLst/>
              <a:defRPr sz="2000" kern="1200">
                <a:solidFill>
                  <a:schemeClr val="tx1"/>
                </a:solidFill>
                <a:latin typeface="+mn-lt"/>
                <a:ea typeface="+mn-ea"/>
                <a:cs typeface="+mn-cs"/>
              </a:defRPr>
            </a:lvl3pPr>
            <a:lvl4pPr marL="692150" indent="-233363" algn="l" defTabSz="914314" rtl="0" eaLnBrk="1" latinLnBrk="0" hangingPunct="1">
              <a:spcBef>
                <a:spcPts val="600"/>
              </a:spcBef>
              <a:buClr>
                <a:schemeClr val="accent1"/>
              </a:buClr>
              <a:buSzPct val="100000"/>
              <a:buFont typeface="LucidaGrande" charset="0"/>
              <a:buChar char="◆"/>
              <a:tabLst/>
              <a:defRPr sz="2000" kern="1200">
                <a:solidFill>
                  <a:schemeClr val="tx1"/>
                </a:solidFill>
                <a:latin typeface="+mn-lt"/>
                <a:ea typeface="+mn-ea"/>
                <a:cs typeface="+mn-cs"/>
              </a:defRPr>
            </a:lvl4pPr>
            <a:lvl5pPr marL="917575" indent="-225425" algn="l" defTabSz="914314" rtl="0" eaLnBrk="1" latinLnBrk="0" hangingPunct="1">
              <a:spcBef>
                <a:spcPts val="600"/>
              </a:spcBef>
              <a:buClr>
                <a:schemeClr val="bg1">
                  <a:lumMod val="50000"/>
                </a:schemeClr>
              </a:buClr>
              <a:buFont typeface=".HelveticaNeueDeskInterface-Regular"/>
              <a:buChar char="●"/>
              <a:tabLst/>
              <a:defRPr sz="2000" kern="1200">
                <a:solidFill>
                  <a:schemeClr val="tx1"/>
                </a:solidFill>
                <a:latin typeface="+mn-lt"/>
                <a:ea typeface="+mn-ea"/>
                <a:cs typeface="+mn-cs"/>
              </a:defRPr>
            </a:lvl5pPr>
            <a:lvl6pPr marL="2514364"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522"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79"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35"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5750" indent="-285750">
              <a:lnSpc>
                <a:spcPct val="150000"/>
              </a:lnSpc>
              <a:spcBef>
                <a:spcPts val="600"/>
              </a:spcBef>
              <a:spcAft>
                <a:spcPts val="600"/>
              </a:spcAft>
              <a:buClrTx/>
              <a:buFont typeface="Arial" panose="020B0604020202020204" pitchFamily="34" charset="0"/>
              <a:buChar char="•"/>
              <a:tabLst>
                <a:tab pos="457200" algn="l"/>
              </a:tabLst>
            </a:pPr>
            <a:r>
              <a:rPr lang="en-US" altLang="en-US" sz="1800" b="1" dirty="0">
                <a:solidFill>
                  <a:srgbClr val="7030A0"/>
                </a:solidFill>
                <a:latin typeface="Segoe UI" panose="020B0502040204020203" pitchFamily="34" charset="0"/>
                <a:ea typeface="SimSun" panose="02010600030101010101" pitchFamily="2" charset="-122"/>
                <a:cs typeface="Segoe UI" panose="020B0502040204020203" pitchFamily="34" charset="0"/>
              </a:rPr>
              <a:t>Exchange rate channel:</a:t>
            </a:r>
          </a:p>
          <a:p>
            <a:pPr>
              <a:lnSpc>
                <a:spcPct val="125000"/>
              </a:lnSpc>
              <a:spcBef>
                <a:spcPts val="600"/>
              </a:spcBef>
              <a:spcAft>
                <a:spcPts val="600"/>
              </a:spcAft>
              <a:buClrTx/>
              <a:tabLst>
                <a:tab pos="457200" algn="l"/>
              </a:tabLst>
            </a:pPr>
            <a:r>
              <a:rPr lang="en-US" altLang="en-US" sz="1800" dirty="0">
                <a:latin typeface="Segoe UI" panose="020B0502040204020203" pitchFamily="34" charset="0"/>
                <a:ea typeface="SimSun" panose="02010600030101010101" pitchFamily="2" charset="-122"/>
                <a:cs typeface="Segoe UI" panose="020B0502040204020203" pitchFamily="34" charset="0"/>
              </a:rPr>
              <a:t>Depreciation of foreign currencies further tightens financial conditions and affects competitiveness</a:t>
            </a:r>
          </a:p>
          <a:p>
            <a:pPr>
              <a:lnSpc>
                <a:spcPct val="200000"/>
              </a:lnSpc>
              <a:spcBef>
                <a:spcPts val="800"/>
              </a:spcBef>
              <a:spcAft>
                <a:spcPts val="600"/>
              </a:spcAft>
              <a:buClrTx/>
              <a:tabLst>
                <a:tab pos="457200" algn="l"/>
              </a:tabLst>
            </a:pPr>
            <a:endParaRPr lang="en-US" altLang="en-US" sz="1800" dirty="0">
              <a:latin typeface="Segoe UI" panose="020B0502040204020203" pitchFamily="34" charset="0"/>
              <a:ea typeface="SimSun" panose="02010600030101010101" pitchFamily="2" charset="-122"/>
              <a:cs typeface="Segoe UI" panose="020B0502040204020203" pitchFamily="34" charset="0"/>
            </a:endParaRPr>
          </a:p>
        </p:txBody>
      </p:sp>
      <p:sp>
        <p:nvSpPr>
          <p:cNvPr id="26" name="TextBox 25">
            <a:extLst>
              <a:ext uri="{FF2B5EF4-FFF2-40B4-BE49-F238E27FC236}">
                <a16:creationId xmlns:a16="http://schemas.microsoft.com/office/drawing/2014/main" id="{1D7FEEA5-3C68-C878-C05F-EB473279788A}"/>
              </a:ext>
            </a:extLst>
          </p:cNvPr>
          <p:cNvSpPr txBox="1"/>
          <p:nvPr/>
        </p:nvSpPr>
        <p:spPr>
          <a:xfrm>
            <a:off x="3717102" y="2838567"/>
            <a:ext cx="448655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dirty="0">
                <a:ea typeface="SimSun" panose="02010600030101010101" pitchFamily="2" charset="-122"/>
                <a:cs typeface="Segoe UI" panose="020B0502040204020203" pitchFamily="34" charset="0"/>
              </a:rPr>
              <a:t>Channel-Specific Explanatory Power</a:t>
            </a:r>
          </a:p>
        </p:txBody>
      </p:sp>
      <p:pic>
        <p:nvPicPr>
          <p:cNvPr id="12" name="Picture 11">
            <a:extLst>
              <a:ext uri="{FF2B5EF4-FFF2-40B4-BE49-F238E27FC236}">
                <a16:creationId xmlns:a16="http://schemas.microsoft.com/office/drawing/2014/main" id="{C0C7BE65-F163-A4A4-33CA-1536F5BF454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05740" y="3256693"/>
            <a:ext cx="11653921" cy="2969003"/>
          </a:xfrm>
          <a:prstGeom prst="rect">
            <a:avLst/>
          </a:prstGeom>
        </p:spPr>
      </p:pic>
    </p:spTree>
    <p:extLst>
      <p:ext uri="{BB962C8B-B14F-4D97-AF65-F5344CB8AC3E}">
        <p14:creationId xmlns:p14="http://schemas.microsoft.com/office/powerpoint/2010/main" val="40197721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C60C5-1AC8-83DF-1BF4-7D7BEF61D49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EB82C69F-E7AB-F802-BA2D-CB5E348B2389}"/>
              </a:ext>
            </a:extLst>
          </p:cNvPr>
          <p:cNvSpPr>
            <a:spLocks noGrp="1"/>
          </p:cNvSpPr>
          <p:nvPr>
            <p:ph type="title"/>
          </p:nvPr>
        </p:nvSpPr>
        <p:spPr>
          <a:xfrm>
            <a:off x="959005" y="1214846"/>
            <a:ext cx="10388699" cy="4114800"/>
          </a:xfrm>
        </p:spPr>
        <p:txBody>
          <a:bodyPr>
            <a:normAutofit/>
          </a:bodyPr>
          <a:lstStyle/>
          <a:p>
            <a:r>
              <a:rPr lang="en-US" sz="4000" dirty="0">
                <a:latin typeface="Arial Black" panose="020B0A04020102020204" pitchFamily="34" charset="0"/>
              </a:rPr>
              <a:t>Spillovers heterogeneity</a:t>
            </a:r>
          </a:p>
        </p:txBody>
      </p:sp>
      <p:sp>
        <p:nvSpPr>
          <p:cNvPr id="5" name="Slide Number Placeholder 4">
            <a:extLst>
              <a:ext uri="{FF2B5EF4-FFF2-40B4-BE49-F238E27FC236}">
                <a16:creationId xmlns:a16="http://schemas.microsoft.com/office/drawing/2014/main" id="{31CD6520-3FE2-669D-FE93-5D4D97487606}"/>
              </a:ext>
            </a:extLst>
          </p:cNvPr>
          <p:cNvSpPr>
            <a:spLocks noGrp="1"/>
          </p:cNvSpPr>
          <p:nvPr>
            <p:ph type="sldNum" sz="quarter" idx="4294967295"/>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30EA680-D336-4FF7-8B7A-9848BB0A1C32}" type="slidenum">
              <a:rPr lang="en-US" smtClean="0"/>
              <a:pPr/>
              <a:t>8</a:t>
            </a:fld>
            <a:endParaRPr lang="en-US"/>
          </a:p>
        </p:txBody>
      </p:sp>
    </p:spTree>
    <p:extLst>
      <p:ext uri="{BB962C8B-B14F-4D97-AF65-F5344CB8AC3E}">
        <p14:creationId xmlns:p14="http://schemas.microsoft.com/office/powerpoint/2010/main" val="3527919776"/>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1920B-1642-F447-E12E-B2C881FB0E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91D0C9-237C-75C5-AE44-532FFF5E5B5E}"/>
              </a:ext>
            </a:extLst>
          </p:cNvPr>
          <p:cNvSpPr>
            <a:spLocks noGrp="1"/>
          </p:cNvSpPr>
          <p:nvPr>
            <p:ph type="title"/>
          </p:nvPr>
        </p:nvSpPr>
        <p:spPr>
          <a:xfrm>
            <a:off x="205740" y="104071"/>
            <a:ext cx="11857729" cy="850635"/>
          </a:xfrm>
        </p:spPr>
        <p:txBody>
          <a:bodyPr>
            <a:normAutofit/>
          </a:bodyPr>
          <a:lstStyle/>
          <a:p>
            <a:r>
              <a:rPr lang="en-US" sz="3000" kern="0" dirty="0">
                <a:solidFill>
                  <a:schemeClr val="bg1"/>
                </a:solidFill>
                <a:latin typeface="Franklin Gothic Medium" panose="020B0603020102020204" pitchFamily="34" charset="0"/>
                <a:ea typeface="+mn-ea"/>
                <a:cs typeface="+mn-cs"/>
              </a:rPr>
              <a:t>Two Dimensions Explain Heterogeneity</a:t>
            </a:r>
          </a:p>
        </p:txBody>
      </p:sp>
      <p:sp>
        <p:nvSpPr>
          <p:cNvPr id="9" name="Content Placeholder 8">
            <a:extLst>
              <a:ext uri="{FF2B5EF4-FFF2-40B4-BE49-F238E27FC236}">
                <a16:creationId xmlns:a16="http://schemas.microsoft.com/office/drawing/2014/main" id="{3FE634B5-D554-4E73-90F6-E7029C55064B}"/>
              </a:ext>
            </a:extLst>
          </p:cNvPr>
          <p:cNvSpPr>
            <a:spLocks noGrp="1"/>
          </p:cNvSpPr>
          <p:nvPr>
            <p:ph sz="quarter" idx="13"/>
          </p:nvPr>
        </p:nvSpPr>
        <p:spPr>
          <a:xfrm>
            <a:off x="205740" y="1228724"/>
            <a:ext cx="11623093" cy="5385017"/>
          </a:xfrm>
        </p:spPr>
        <p:txBody>
          <a:bodyPr vert="horz" lIns="0" tIns="137160" rIns="0" bIns="0" rtlCol="0" anchor="t">
            <a:noAutofit/>
          </a:bodyPr>
          <a:lstStyle/>
          <a:p>
            <a:pPr marL="233363" lvl="2" indent="0">
              <a:lnSpc>
                <a:spcPct val="150000"/>
              </a:lnSpc>
              <a:spcBef>
                <a:spcPts val="0"/>
              </a:spcBef>
              <a:spcAft>
                <a:spcPts val="600"/>
              </a:spcAft>
              <a:buClrTx/>
              <a:buNone/>
              <a:tabLst>
                <a:tab pos="457200" algn="l"/>
              </a:tabLst>
            </a:pPr>
            <a:r>
              <a:rPr lang="en-US" altLang="en-US" sz="1800" b="1" dirty="0">
                <a:latin typeface="Segoe UI" panose="020B0502040204020203" pitchFamily="34" charset="0"/>
                <a:ea typeface="SimSun" panose="02010600030101010101" pitchFamily="2" charset="-122"/>
                <a:cs typeface="Segoe UI" panose="020B0502040204020203" pitchFamily="34" charset="0"/>
              </a:rPr>
              <a:t>Financial integration amplifies pass-through</a:t>
            </a:r>
          </a:p>
          <a:p>
            <a:pPr marL="801688" lvl="2" indent="-342900">
              <a:lnSpc>
                <a:spcPct val="150000"/>
              </a:lnSpc>
              <a:spcBef>
                <a:spcPts val="0"/>
              </a:spcBef>
              <a:spcAft>
                <a:spcPts val="600"/>
              </a:spcAft>
              <a:buClrTx/>
              <a:buFont typeface="Arial" panose="020B0604020202020204" pitchFamily="34" charset="0"/>
              <a:buChar char="•"/>
              <a:tabLst>
                <a:tab pos="457200" algn="l"/>
              </a:tabLst>
            </a:pPr>
            <a:r>
              <a:rPr lang="en-US" altLang="en-US" sz="1800" dirty="0">
                <a:latin typeface="Segoe UI" panose="020B0502040204020203" pitchFamily="34" charset="0"/>
                <a:ea typeface="SimSun" panose="02010600030101010101" pitchFamily="2" charset="-122"/>
                <a:cs typeface="Segoe UI" panose="020B0502040204020203" pitchFamily="34" charset="0"/>
              </a:rPr>
              <a:t>Foreign investor share</a:t>
            </a:r>
          </a:p>
          <a:p>
            <a:pPr marL="801688" lvl="2" indent="-342900">
              <a:lnSpc>
                <a:spcPct val="150000"/>
              </a:lnSpc>
              <a:spcBef>
                <a:spcPts val="0"/>
              </a:spcBef>
              <a:spcAft>
                <a:spcPts val="600"/>
              </a:spcAft>
              <a:buClrTx/>
              <a:buFont typeface="Arial" panose="020B0604020202020204" pitchFamily="34" charset="0"/>
              <a:buChar char="•"/>
              <a:tabLst>
                <a:tab pos="457200" algn="l"/>
              </a:tabLst>
            </a:pPr>
            <a:r>
              <a:rPr lang="en-US" altLang="en-US" sz="1800" dirty="0">
                <a:latin typeface="Segoe UI" panose="020B0502040204020203" pitchFamily="34" charset="0"/>
                <a:ea typeface="SimSun" panose="02010600030101010101" pitchFamily="2" charset="-122"/>
                <a:cs typeface="Segoe UI" panose="020B0502040204020203" pitchFamily="34" charset="0"/>
              </a:rPr>
              <a:t>Capital account openness</a:t>
            </a:r>
          </a:p>
          <a:p>
            <a:pPr>
              <a:lnSpc>
                <a:spcPct val="120000"/>
              </a:lnSpc>
              <a:spcBef>
                <a:spcPts val="800"/>
              </a:spcBef>
              <a:spcAft>
                <a:spcPts val="600"/>
              </a:spcAft>
              <a:buClrTx/>
              <a:tabLst>
                <a:tab pos="457200" algn="l"/>
              </a:tabLst>
            </a:pPr>
            <a:endParaRPr lang="en-US" altLang="en-US" sz="1800" b="1" dirty="0">
              <a:latin typeface="Segoe UI" panose="020B0502040204020203" pitchFamily="34" charset="0"/>
              <a:ea typeface="SimSun" panose="02010600030101010101" pitchFamily="2" charset="-122"/>
              <a:cs typeface="Segoe UI" panose="020B0502040204020203" pitchFamily="34" charset="0"/>
            </a:endParaRPr>
          </a:p>
          <a:p>
            <a:pPr marL="233363" lvl="2" indent="0">
              <a:lnSpc>
                <a:spcPct val="150000"/>
              </a:lnSpc>
              <a:spcBef>
                <a:spcPts val="0"/>
              </a:spcBef>
              <a:spcAft>
                <a:spcPts val="600"/>
              </a:spcAft>
              <a:buClrTx/>
              <a:buNone/>
              <a:tabLst>
                <a:tab pos="457200" algn="l"/>
              </a:tabLst>
            </a:pPr>
            <a:r>
              <a:rPr lang="en-US" altLang="en-US" sz="1800" b="1" dirty="0">
                <a:latin typeface="Segoe UI" panose="020B0502040204020203" pitchFamily="34" charset="0"/>
                <a:ea typeface="SimSun" panose="02010600030101010101" pitchFamily="2" charset="-122"/>
                <a:cs typeface="Segoe UI" panose="020B0502040204020203" pitchFamily="34" charset="0"/>
              </a:rPr>
              <a:t>Macro resilience dampens real spillovers</a:t>
            </a:r>
          </a:p>
          <a:p>
            <a:pPr marL="801688" lvl="2" indent="-342900">
              <a:lnSpc>
                <a:spcPct val="150000"/>
              </a:lnSpc>
              <a:spcBef>
                <a:spcPts val="0"/>
              </a:spcBef>
              <a:spcAft>
                <a:spcPts val="400"/>
              </a:spcAft>
              <a:buClrTx/>
              <a:buFont typeface="Arial" panose="020B0604020202020204" pitchFamily="34" charset="0"/>
              <a:buChar char="•"/>
              <a:tabLst>
                <a:tab pos="457200" algn="l"/>
              </a:tabLst>
            </a:pPr>
            <a:r>
              <a:rPr lang="en-US" altLang="en-US" sz="1800" dirty="0">
                <a:latin typeface="Segoe UI" panose="020B0502040204020203" pitchFamily="34" charset="0"/>
                <a:ea typeface="SimSun" panose="02010600030101010101" pitchFamily="2" charset="-122"/>
                <a:cs typeface="Segoe UI" panose="020B0502040204020203" pitchFamily="34" charset="0"/>
              </a:rPr>
              <a:t>Fiscal space</a:t>
            </a:r>
          </a:p>
          <a:p>
            <a:pPr marL="801688" lvl="2" indent="-342900">
              <a:lnSpc>
                <a:spcPct val="150000"/>
              </a:lnSpc>
              <a:spcBef>
                <a:spcPts val="0"/>
              </a:spcBef>
              <a:spcAft>
                <a:spcPts val="400"/>
              </a:spcAft>
              <a:buClrTx/>
              <a:buFont typeface="Arial" panose="020B0604020202020204" pitchFamily="34" charset="0"/>
              <a:buChar char="•"/>
              <a:tabLst>
                <a:tab pos="457200" algn="l"/>
              </a:tabLst>
            </a:pPr>
            <a:r>
              <a:rPr lang="en-US" altLang="en-US" sz="1800" dirty="0">
                <a:latin typeface="Segoe UI" panose="020B0502040204020203" pitchFamily="34" charset="0"/>
                <a:ea typeface="SimSun" panose="02010600030101010101" pitchFamily="2" charset="-122"/>
                <a:cs typeface="Segoe UI" panose="020B0502040204020203" pitchFamily="34" charset="0"/>
              </a:rPr>
              <a:t>Current account balance</a:t>
            </a:r>
          </a:p>
          <a:p>
            <a:pPr marL="801688" lvl="2" indent="-342900">
              <a:lnSpc>
                <a:spcPct val="150000"/>
              </a:lnSpc>
              <a:spcBef>
                <a:spcPts val="0"/>
              </a:spcBef>
              <a:spcAft>
                <a:spcPts val="400"/>
              </a:spcAft>
              <a:buClrTx/>
              <a:buFont typeface="Arial" panose="020B0604020202020204" pitchFamily="34" charset="0"/>
              <a:buChar char="•"/>
              <a:tabLst>
                <a:tab pos="457200" algn="l"/>
              </a:tabLst>
            </a:pPr>
            <a:r>
              <a:rPr lang="en-US" altLang="en-US" sz="1800" dirty="0">
                <a:latin typeface="Segoe UI" panose="020B0502040204020203" pitchFamily="34" charset="0"/>
                <a:ea typeface="SimSun" panose="02010600030101010101" pitchFamily="2" charset="-122"/>
                <a:cs typeface="Segoe UI" panose="020B0502040204020203" pitchFamily="34" charset="0"/>
              </a:rPr>
              <a:t>Market access / Debt-at-Risk</a:t>
            </a:r>
          </a:p>
        </p:txBody>
      </p:sp>
      <p:sp>
        <p:nvSpPr>
          <p:cNvPr id="3" name="Rectangle 2">
            <a:extLst>
              <a:ext uri="{FF2B5EF4-FFF2-40B4-BE49-F238E27FC236}">
                <a16:creationId xmlns:a16="http://schemas.microsoft.com/office/drawing/2014/main" id="{B09DD8FA-58AE-6EAE-7D73-29467CB6EC0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0" name="Rectangle 5">
            <a:extLst>
              <a:ext uri="{FF2B5EF4-FFF2-40B4-BE49-F238E27FC236}">
                <a16:creationId xmlns:a16="http://schemas.microsoft.com/office/drawing/2014/main" id="{ED71CDA2-BD82-CD7D-4F4C-1A9F98F2D946}"/>
              </a:ext>
            </a:extLst>
          </p:cNvPr>
          <p:cNvSpPr>
            <a:spLocks noChangeArrowheads="1"/>
          </p:cNvSpPr>
          <p:nvPr/>
        </p:nvSpPr>
        <p:spPr bwMode="auto">
          <a:xfrm>
            <a:off x="0" y="4928436"/>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5" name="Object 4">
            <a:extLst>
              <a:ext uri="{FF2B5EF4-FFF2-40B4-BE49-F238E27FC236}">
                <a16:creationId xmlns:a16="http://schemas.microsoft.com/office/drawing/2014/main" id="{76B4DF90-5F32-AA68-CD2E-67EC55D7CED0}"/>
              </a:ext>
            </a:extLst>
          </p:cNvPr>
          <p:cNvGraphicFramePr>
            <a:graphicFrameLocks noChangeAspect="1"/>
          </p:cNvGraphicFramePr>
          <p:nvPr/>
        </p:nvGraphicFramePr>
        <p:xfrm>
          <a:off x="4813300" y="4343400"/>
          <a:ext cx="914400" cy="198438"/>
        </p:xfrm>
        <a:graphic>
          <a:graphicData uri="http://schemas.openxmlformats.org/presentationml/2006/ole">
            <mc:AlternateContent xmlns:mc="http://schemas.openxmlformats.org/markup-compatibility/2006">
              <mc:Choice xmlns:v="urn:schemas-microsoft-com:vml" Requires="v">
                <p:oleObj name="Equation" r:id="rId3" imgW="914400" imgH="198720" progId="Equation.DSMT4">
                  <p:embed/>
                </p:oleObj>
              </mc:Choice>
              <mc:Fallback>
                <p:oleObj name="Equation" r:id="rId3" imgW="914400" imgH="198720" progId="Equation.DSMT4">
                  <p:embed/>
                  <p:pic>
                    <p:nvPicPr>
                      <p:cNvPr id="5" name="Object 4">
                        <a:extLst>
                          <a:ext uri="{FF2B5EF4-FFF2-40B4-BE49-F238E27FC236}">
                            <a16:creationId xmlns:a16="http://schemas.microsoft.com/office/drawing/2014/main" id="{76B4DF90-5F32-AA68-CD2E-67EC55D7CED0}"/>
                          </a:ext>
                        </a:extLst>
                      </p:cNvPr>
                      <p:cNvPicPr/>
                      <p:nvPr/>
                    </p:nvPicPr>
                    <p:blipFill>
                      <a:blip r:embed="rId4"/>
                      <a:stretch>
                        <a:fillRect/>
                      </a:stretch>
                    </p:blipFill>
                    <p:spPr>
                      <a:xfrm>
                        <a:off x="4813300" y="4343400"/>
                        <a:ext cx="914400" cy="198438"/>
                      </a:xfrm>
                      <a:prstGeom prst="rect">
                        <a:avLst/>
                      </a:prstGeom>
                    </p:spPr>
                  </p:pic>
                </p:oleObj>
              </mc:Fallback>
            </mc:AlternateContent>
          </a:graphicData>
        </a:graphic>
      </p:graphicFrame>
    </p:spTree>
    <p:extLst>
      <p:ext uri="{BB962C8B-B14F-4D97-AF65-F5344CB8AC3E}">
        <p14:creationId xmlns:p14="http://schemas.microsoft.com/office/powerpoint/2010/main" val="4384870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72F97-CC2F-5879-22B2-49B2A51D77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31C84D-9B18-6F96-4921-16C4700AF283}"/>
              </a:ext>
            </a:extLst>
          </p:cNvPr>
          <p:cNvSpPr>
            <a:spLocks noGrp="1"/>
          </p:cNvSpPr>
          <p:nvPr>
            <p:ph type="title"/>
          </p:nvPr>
        </p:nvSpPr>
        <p:spPr>
          <a:xfrm>
            <a:off x="176747" y="60106"/>
            <a:ext cx="12181508" cy="850635"/>
          </a:xfrm>
        </p:spPr>
        <p:txBody>
          <a:bodyPr>
            <a:normAutofit/>
          </a:bodyPr>
          <a:lstStyle/>
          <a:p>
            <a:r>
              <a:rPr lang="en-US" sz="2800" kern="0" dirty="0">
                <a:solidFill>
                  <a:schemeClr val="bg1"/>
                </a:solidFill>
                <a:latin typeface="Franklin Gothic Medium" panose="020B0603020102020204" pitchFamily="34" charset="0"/>
              </a:rPr>
              <a:t>Financial Integration Amplifies Output Losses</a:t>
            </a:r>
            <a:br>
              <a:rPr lang="en-US" sz="2800" kern="0" dirty="0">
                <a:solidFill>
                  <a:schemeClr val="bg1"/>
                </a:solidFill>
                <a:latin typeface="Franklin Gothic Medium" panose="020B0603020102020204" pitchFamily="34" charset="0"/>
              </a:rPr>
            </a:br>
            <a:r>
              <a:rPr lang="en-US" sz="2000" kern="0" dirty="0">
                <a:solidFill>
                  <a:schemeClr val="bg1"/>
                </a:solidFill>
                <a:latin typeface="Franklin Gothic Medium" panose="020B0603020102020204" pitchFamily="34" charset="0"/>
              </a:rPr>
              <a:t>Open capital accounts and larger foreign investor bases strengthen portfolio-balance transmission</a:t>
            </a:r>
            <a:endParaRPr lang="en-US" sz="2000" dirty="0">
              <a:latin typeface="Franklin Gothic Medium" panose="020B0603020102020204" pitchFamily="34" charset="0"/>
            </a:endParaRPr>
          </a:p>
        </p:txBody>
      </p:sp>
      <p:sp>
        <p:nvSpPr>
          <p:cNvPr id="9" name="TextBox 8">
            <a:extLst>
              <a:ext uri="{FF2B5EF4-FFF2-40B4-BE49-F238E27FC236}">
                <a16:creationId xmlns:a16="http://schemas.microsoft.com/office/drawing/2014/main" id="{D20E80D7-809B-6115-CA89-1593FD9F5A01}"/>
              </a:ext>
            </a:extLst>
          </p:cNvPr>
          <p:cNvSpPr txBox="1"/>
          <p:nvPr/>
        </p:nvSpPr>
        <p:spPr>
          <a:xfrm>
            <a:off x="1783133" y="1229170"/>
            <a:ext cx="276304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dirty="0">
                <a:ea typeface="SimSun" panose="02010600030101010101" pitchFamily="2" charset="-122"/>
                <a:cs typeface="Segoe UI" panose="020B0502040204020203" pitchFamily="34" charset="0"/>
              </a:rPr>
              <a:t>10-year yield elasticity</a:t>
            </a:r>
          </a:p>
        </p:txBody>
      </p:sp>
      <p:sp>
        <p:nvSpPr>
          <p:cNvPr id="11" name="TextBox 10">
            <a:extLst>
              <a:ext uri="{FF2B5EF4-FFF2-40B4-BE49-F238E27FC236}">
                <a16:creationId xmlns:a16="http://schemas.microsoft.com/office/drawing/2014/main" id="{347C0212-785D-5B03-5475-8DB189717039}"/>
              </a:ext>
            </a:extLst>
          </p:cNvPr>
          <p:cNvSpPr txBox="1"/>
          <p:nvPr/>
        </p:nvSpPr>
        <p:spPr>
          <a:xfrm>
            <a:off x="7326587" y="1240684"/>
            <a:ext cx="276304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dirty="0">
                <a:ea typeface="SimSun" panose="02010600030101010101" pitchFamily="2" charset="-122"/>
                <a:cs typeface="Segoe UI" panose="020B0502040204020203" pitchFamily="34" charset="0"/>
              </a:rPr>
              <a:t>Industrial production</a:t>
            </a:r>
          </a:p>
        </p:txBody>
      </p:sp>
      <p:sp>
        <p:nvSpPr>
          <p:cNvPr id="15" name="Arrow: Up 14">
            <a:extLst>
              <a:ext uri="{FF2B5EF4-FFF2-40B4-BE49-F238E27FC236}">
                <a16:creationId xmlns:a16="http://schemas.microsoft.com/office/drawing/2014/main" id="{CAB8DD3C-9903-9B85-7115-5773E8173178}"/>
              </a:ext>
            </a:extLst>
          </p:cNvPr>
          <p:cNvSpPr/>
          <p:nvPr/>
        </p:nvSpPr>
        <p:spPr>
          <a:xfrm>
            <a:off x="4809673" y="2098685"/>
            <a:ext cx="255493" cy="687955"/>
          </a:xfrm>
          <a:prstGeom prst="upArrow">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99C1E9E9-86E4-46C1-C259-99C6A94A26CA}"/>
              </a:ext>
            </a:extLst>
          </p:cNvPr>
          <p:cNvSpPr txBox="1"/>
          <p:nvPr/>
        </p:nvSpPr>
        <p:spPr>
          <a:xfrm>
            <a:off x="5041624" y="2174141"/>
            <a:ext cx="86043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latin typeface="Segoe UI" panose="020B0502040204020203" pitchFamily="34" charset="0"/>
                <a:ea typeface="SimSun" panose="02010600030101010101" pitchFamily="2" charset="-122"/>
                <a:cs typeface="Segoe UI" panose="020B0502040204020203" pitchFamily="34" charset="0"/>
              </a:rPr>
              <a:t>Higher spillover</a:t>
            </a:r>
          </a:p>
        </p:txBody>
      </p:sp>
      <p:sp>
        <p:nvSpPr>
          <p:cNvPr id="20" name="Arrow: Up 19">
            <a:extLst>
              <a:ext uri="{FF2B5EF4-FFF2-40B4-BE49-F238E27FC236}">
                <a16:creationId xmlns:a16="http://schemas.microsoft.com/office/drawing/2014/main" id="{79DABFEA-E920-A2F9-9C6E-F11A2EAAC51D}"/>
              </a:ext>
            </a:extLst>
          </p:cNvPr>
          <p:cNvSpPr/>
          <p:nvPr/>
        </p:nvSpPr>
        <p:spPr>
          <a:xfrm rot="10800000">
            <a:off x="10162013" y="2098685"/>
            <a:ext cx="255493" cy="687955"/>
          </a:xfrm>
          <a:prstGeom prst="upArrow">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B6F804D9-496A-AFB3-A441-70A2605610E0}"/>
              </a:ext>
            </a:extLst>
          </p:cNvPr>
          <p:cNvSpPr txBox="1"/>
          <p:nvPr/>
        </p:nvSpPr>
        <p:spPr>
          <a:xfrm>
            <a:off x="10392941" y="2181052"/>
            <a:ext cx="86043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latin typeface="Segoe UI" panose="020B0502040204020203" pitchFamily="34" charset="0"/>
                <a:ea typeface="SimSun" panose="02010600030101010101" pitchFamily="2" charset="-122"/>
                <a:cs typeface="Segoe UI" panose="020B0502040204020203" pitchFamily="34" charset="0"/>
              </a:rPr>
              <a:t>Higher spillover</a:t>
            </a:r>
          </a:p>
        </p:txBody>
      </p:sp>
      <p:sp>
        <p:nvSpPr>
          <p:cNvPr id="3" name="TextBox 2">
            <a:extLst>
              <a:ext uri="{FF2B5EF4-FFF2-40B4-BE49-F238E27FC236}">
                <a16:creationId xmlns:a16="http://schemas.microsoft.com/office/drawing/2014/main" id="{34230979-490D-0343-90BE-4D3FC6532FFE}"/>
              </a:ext>
            </a:extLst>
          </p:cNvPr>
          <p:cNvSpPr txBox="1"/>
          <p:nvPr/>
        </p:nvSpPr>
        <p:spPr>
          <a:xfrm rot="16200000">
            <a:off x="-463161" y="4325062"/>
            <a:ext cx="216687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1" dirty="0">
                <a:solidFill>
                  <a:srgbClr val="7030A0"/>
                </a:solidFill>
                <a:latin typeface="Segoe UI" panose="020B0502040204020203" pitchFamily="34" charset="0"/>
                <a:ea typeface="SimSun" panose="02010600030101010101" pitchFamily="2" charset="-122"/>
                <a:cs typeface="Segoe UI" panose="020B0502040204020203" pitchFamily="34" charset="0"/>
              </a:rPr>
              <a:t>Exposure to foreign</a:t>
            </a:r>
          </a:p>
          <a:p>
            <a:pPr algn="ctr"/>
            <a:r>
              <a:rPr lang="en-US" sz="1600" b="1" dirty="0">
                <a:solidFill>
                  <a:srgbClr val="7030A0"/>
                </a:solidFill>
                <a:latin typeface="Segoe UI" panose="020B0502040204020203" pitchFamily="34" charset="0"/>
                <a:ea typeface="SimSun" panose="02010600030101010101" pitchFamily="2" charset="-122"/>
                <a:cs typeface="Segoe UI" panose="020B0502040204020203" pitchFamily="34" charset="0"/>
              </a:rPr>
              <a:t>investors</a:t>
            </a:r>
          </a:p>
        </p:txBody>
      </p:sp>
      <p:sp>
        <p:nvSpPr>
          <p:cNvPr id="21" name="Arrow: Up 20">
            <a:extLst>
              <a:ext uri="{FF2B5EF4-FFF2-40B4-BE49-F238E27FC236}">
                <a16:creationId xmlns:a16="http://schemas.microsoft.com/office/drawing/2014/main" id="{032463A1-D8CE-1910-B054-5A4ACBC8C13D}"/>
              </a:ext>
            </a:extLst>
          </p:cNvPr>
          <p:cNvSpPr/>
          <p:nvPr/>
        </p:nvSpPr>
        <p:spPr>
          <a:xfrm>
            <a:off x="4741110" y="3867868"/>
            <a:ext cx="255493" cy="636654"/>
          </a:xfrm>
          <a:prstGeom prst="upArrow">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F6B28CCE-9C7B-91F7-0B6D-CC1E829FA49E}"/>
              </a:ext>
            </a:extLst>
          </p:cNvPr>
          <p:cNvSpPr txBox="1"/>
          <p:nvPr/>
        </p:nvSpPr>
        <p:spPr>
          <a:xfrm>
            <a:off x="4952621" y="3924585"/>
            <a:ext cx="86043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latin typeface="Segoe UI" panose="020B0502040204020203" pitchFamily="34" charset="0"/>
                <a:ea typeface="SimSun" panose="02010600030101010101" pitchFamily="2" charset="-122"/>
                <a:cs typeface="Segoe UI" panose="020B0502040204020203" pitchFamily="34" charset="0"/>
              </a:rPr>
              <a:t>Higher spillover</a:t>
            </a:r>
          </a:p>
        </p:txBody>
      </p:sp>
      <p:sp>
        <p:nvSpPr>
          <p:cNvPr id="28" name="Arrow: Up 27">
            <a:extLst>
              <a:ext uri="{FF2B5EF4-FFF2-40B4-BE49-F238E27FC236}">
                <a16:creationId xmlns:a16="http://schemas.microsoft.com/office/drawing/2014/main" id="{88A702DA-ED2F-EDE9-5D1B-5B8A2112F24E}"/>
              </a:ext>
            </a:extLst>
          </p:cNvPr>
          <p:cNvSpPr/>
          <p:nvPr/>
        </p:nvSpPr>
        <p:spPr>
          <a:xfrm rot="10800000">
            <a:off x="10089632" y="4186195"/>
            <a:ext cx="255493" cy="636654"/>
          </a:xfrm>
          <a:prstGeom prst="upArrow">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7CB990D2-82E1-08BD-2A4D-AC7789CB1804}"/>
              </a:ext>
            </a:extLst>
          </p:cNvPr>
          <p:cNvSpPr txBox="1"/>
          <p:nvPr/>
        </p:nvSpPr>
        <p:spPr>
          <a:xfrm>
            <a:off x="10345126" y="4239983"/>
            <a:ext cx="86043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latin typeface="Segoe UI" panose="020B0502040204020203" pitchFamily="34" charset="0"/>
                <a:ea typeface="SimSun" panose="02010600030101010101" pitchFamily="2" charset="-122"/>
                <a:cs typeface="Segoe UI" panose="020B0502040204020203" pitchFamily="34" charset="0"/>
              </a:rPr>
              <a:t>Higher spillover</a:t>
            </a:r>
          </a:p>
        </p:txBody>
      </p:sp>
      <p:sp>
        <p:nvSpPr>
          <p:cNvPr id="31" name="TextBox 30">
            <a:extLst>
              <a:ext uri="{FF2B5EF4-FFF2-40B4-BE49-F238E27FC236}">
                <a16:creationId xmlns:a16="http://schemas.microsoft.com/office/drawing/2014/main" id="{B0CD4E78-5845-7120-9EEE-3497B7E83F69}"/>
              </a:ext>
            </a:extLst>
          </p:cNvPr>
          <p:cNvSpPr txBox="1"/>
          <p:nvPr/>
        </p:nvSpPr>
        <p:spPr>
          <a:xfrm rot="16200000">
            <a:off x="-513227" y="2000787"/>
            <a:ext cx="2351203"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1" dirty="0">
                <a:solidFill>
                  <a:srgbClr val="7030A0"/>
                </a:solidFill>
                <a:latin typeface="Segoe UI" panose="020B0502040204020203" pitchFamily="34" charset="0"/>
                <a:ea typeface="SimSun" panose="02010600030101010101" pitchFamily="2" charset="-122"/>
                <a:cs typeface="Segoe UI" panose="020B0502040204020203" pitchFamily="34" charset="0"/>
              </a:rPr>
              <a:t>Capital account openness</a:t>
            </a:r>
          </a:p>
          <a:p>
            <a:pPr algn="ctr"/>
            <a:r>
              <a:rPr lang="en-US" sz="1600" b="1" dirty="0">
                <a:solidFill>
                  <a:srgbClr val="7030A0"/>
                </a:solidFill>
                <a:latin typeface="Segoe UI" panose="020B0502040204020203" pitchFamily="34" charset="0"/>
                <a:ea typeface="SimSun" panose="02010600030101010101" pitchFamily="2" charset="-122"/>
                <a:cs typeface="Segoe UI" panose="020B0502040204020203" pitchFamily="34" charset="0"/>
              </a:rPr>
              <a:t>(Chinn-Ito index)</a:t>
            </a:r>
          </a:p>
        </p:txBody>
      </p:sp>
      <p:pic>
        <p:nvPicPr>
          <p:cNvPr id="5" name="Picture 4">
            <a:extLst>
              <a:ext uri="{FF2B5EF4-FFF2-40B4-BE49-F238E27FC236}">
                <a16:creationId xmlns:a16="http://schemas.microsoft.com/office/drawing/2014/main" id="{A33E78CE-4C8D-1F02-90A7-D5EDE47A154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566392" y="1562880"/>
            <a:ext cx="3583470" cy="2253126"/>
          </a:xfrm>
          <a:prstGeom prst="rect">
            <a:avLst/>
          </a:prstGeom>
        </p:spPr>
      </p:pic>
      <p:pic>
        <p:nvPicPr>
          <p:cNvPr id="6" name="Picture 5">
            <a:extLst>
              <a:ext uri="{FF2B5EF4-FFF2-40B4-BE49-F238E27FC236}">
                <a16:creationId xmlns:a16="http://schemas.microsoft.com/office/drawing/2014/main" id="{71A1BD42-EEE3-DB7F-A9D8-9FECFAB6B5CD}"/>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6553730" y="3569792"/>
            <a:ext cx="3540627" cy="2188615"/>
          </a:xfrm>
          <a:prstGeom prst="rect">
            <a:avLst/>
          </a:prstGeom>
        </p:spPr>
      </p:pic>
      <p:pic>
        <p:nvPicPr>
          <p:cNvPr id="10" name="Picture 9">
            <a:extLst>
              <a:ext uri="{FF2B5EF4-FFF2-40B4-BE49-F238E27FC236}">
                <a16:creationId xmlns:a16="http://schemas.microsoft.com/office/drawing/2014/main" id="{307682F2-56D1-4309-21C0-3293A87D7FAC}"/>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178740" y="1562098"/>
            <a:ext cx="3549990" cy="2253840"/>
          </a:xfrm>
          <a:prstGeom prst="rect">
            <a:avLst/>
          </a:prstGeom>
        </p:spPr>
      </p:pic>
      <p:pic>
        <p:nvPicPr>
          <p:cNvPr id="13" name="Picture 12">
            <a:extLst>
              <a:ext uri="{FF2B5EF4-FFF2-40B4-BE49-F238E27FC236}">
                <a16:creationId xmlns:a16="http://schemas.microsoft.com/office/drawing/2014/main" id="{FB18C8AB-372D-3899-922A-76D438983676}"/>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107369" y="3537847"/>
            <a:ext cx="3633741" cy="2246173"/>
          </a:xfrm>
          <a:prstGeom prst="rect">
            <a:avLst/>
          </a:prstGeom>
        </p:spPr>
      </p:pic>
      <p:sp>
        <p:nvSpPr>
          <p:cNvPr id="4" name="TextBox 15">
            <a:extLst>
              <a:ext uri="{FF2B5EF4-FFF2-40B4-BE49-F238E27FC236}">
                <a16:creationId xmlns:a16="http://schemas.microsoft.com/office/drawing/2014/main" id="{28B6AE53-5BF6-4893-2F7D-E75E4D9A5844}"/>
              </a:ext>
            </a:extLst>
          </p:cNvPr>
          <p:cNvSpPr txBox="1"/>
          <p:nvPr/>
        </p:nvSpPr>
        <p:spPr>
          <a:xfrm>
            <a:off x="415579" y="5958497"/>
            <a:ext cx="11324137" cy="806529"/>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lIns="0" tIns="0" rIns="0" bIns="0"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defRPr/>
            </a:pPr>
            <a:r>
              <a:rPr lang="en-US" sz="1200" b="0" dirty="0">
                <a:solidFill>
                  <a:schemeClr val="tx1"/>
                </a:solidFill>
                <a:latin typeface="Segoe UI" panose="020B0502040204020203" pitchFamily="34" charset="0"/>
                <a:ea typeface="Segoe UI" panose="020B0502040204020203" pitchFamily="34" charset="0"/>
                <a:cs typeface="Segoe UI" panose="020B0502040204020203" pitchFamily="34" charset="0"/>
              </a:rPr>
              <a:t>Sources: </a:t>
            </a:r>
            <a:r>
              <a:rPr lang="en-US" sz="1200" b="0" dirty="0" err="1">
                <a:solidFill>
                  <a:schemeClr val="tx1"/>
                </a:solidFill>
                <a:latin typeface="Segoe UI" panose="020B0502040204020203" pitchFamily="34" charset="0"/>
                <a:ea typeface="Segoe UI" panose="020B0502040204020203" pitchFamily="34" charset="0"/>
                <a:cs typeface="Segoe UI" panose="020B0502040204020203" pitchFamily="34" charset="0"/>
              </a:rPr>
              <a:t>Phillot</a:t>
            </a:r>
            <a:r>
              <a:rPr lang="en-US" sz="1200" b="0" dirty="0">
                <a:solidFill>
                  <a:schemeClr val="tx1"/>
                </a:solidFill>
                <a:latin typeface="Segoe UI" panose="020B0502040204020203" pitchFamily="34" charset="0"/>
                <a:ea typeface="Segoe UI" panose="020B0502040204020203" pitchFamily="34" charset="0"/>
                <a:cs typeface="Segoe UI" panose="020B0502040204020203" pitchFamily="34" charset="0"/>
              </a:rPr>
              <a:t> (2025); IMF staff calculations.</a:t>
            </a:r>
          </a:p>
          <a:p>
            <a:pPr>
              <a:defRPr/>
            </a:pPr>
            <a:r>
              <a:rPr lang="en-US" sz="1200" b="0" dirty="0">
                <a:solidFill>
                  <a:schemeClr val="tx1"/>
                </a:solidFill>
                <a:latin typeface="Segoe UI" panose="020B0502040204020203" pitchFamily="34" charset="0"/>
                <a:ea typeface="Segoe UI" panose="020B0502040204020203" pitchFamily="34" charset="0"/>
                <a:cs typeface="Segoe UI" panose="020B0502040204020203" pitchFamily="34" charset="0"/>
              </a:rPr>
              <a:t>Notes: </a:t>
            </a:r>
            <a:r>
              <a:rPr lang="en-US" sz="1200" dirty="0">
                <a:solidFill>
                  <a:schemeClr val="tx1"/>
                </a:solidFill>
                <a:latin typeface="Segoe UI" panose="020B0502040204020203" pitchFamily="34" charset="0"/>
                <a:cs typeface="Segoe UI" panose="020B0502040204020203" pitchFamily="34" charset="0"/>
              </a:rPr>
              <a:t>Interacted local projections with time fixed effects. Reported coefficients represent the differential spillover for a country at the 75th vs. 25th percentile of each characteristic (scaled by IQR). Capital account openness is the Chinn-Ito index of cross-border capital flow restrictions. Exposure to foreign investors is the non-resident share of sovereign debt holdings. Shaded areas denote 68% and 90% confidence bands. Unbalanced panel of 39 countries for yields and 58 countries for IP, 1998–2020.</a:t>
            </a:r>
          </a:p>
        </p:txBody>
      </p:sp>
    </p:spTree>
    <p:extLst>
      <p:ext uri="{BB962C8B-B14F-4D97-AF65-F5344CB8AC3E}">
        <p14:creationId xmlns:p14="http://schemas.microsoft.com/office/powerpoint/2010/main" val="11744480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17036-E01C-0F4C-4077-4F2C9E7CA5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677F7B-169F-65FA-FF11-FD5FE5CD7CA7}"/>
              </a:ext>
            </a:extLst>
          </p:cNvPr>
          <p:cNvSpPr>
            <a:spLocks noGrp="1"/>
          </p:cNvSpPr>
          <p:nvPr>
            <p:ph type="title"/>
          </p:nvPr>
        </p:nvSpPr>
        <p:spPr>
          <a:xfrm>
            <a:off x="176747" y="60106"/>
            <a:ext cx="12181508" cy="850635"/>
          </a:xfrm>
        </p:spPr>
        <p:txBody>
          <a:bodyPr>
            <a:normAutofit/>
          </a:bodyPr>
          <a:lstStyle/>
          <a:p>
            <a:r>
              <a:rPr lang="en-US" sz="2800" kern="0" dirty="0">
                <a:solidFill>
                  <a:schemeClr val="bg1"/>
                </a:solidFill>
                <a:latin typeface="Franklin Gothic Medium" panose="020B0603020102020204" pitchFamily="34" charset="0"/>
              </a:rPr>
              <a:t>Policy Buffers Matter: Stronger Fundamentals Reduce Spillovers</a:t>
            </a:r>
            <a:br>
              <a:rPr lang="en-US" sz="2800" kern="0" dirty="0">
                <a:solidFill>
                  <a:schemeClr val="bg1"/>
                </a:solidFill>
                <a:latin typeface="Franklin Gothic Medium" panose="020B0603020102020204" pitchFamily="34" charset="0"/>
              </a:rPr>
            </a:br>
            <a:r>
              <a:rPr lang="en-US" sz="1800" kern="0" dirty="0">
                <a:solidFill>
                  <a:schemeClr val="bg1"/>
                </a:solidFill>
                <a:latin typeface="Franklin Gothic Medium" panose="020B0603020102020204" pitchFamily="34" charset="0"/>
              </a:rPr>
              <a:t>Countries with stronger current accounts and more fiscal space experience smaller output losses</a:t>
            </a:r>
            <a:endParaRPr lang="en-US" sz="1800" dirty="0">
              <a:latin typeface="Franklin Gothic Medium" panose="020B0603020102020204" pitchFamily="34" charset="0"/>
            </a:endParaRPr>
          </a:p>
        </p:txBody>
      </p:sp>
      <p:sp>
        <p:nvSpPr>
          <p:cNvPr id="9" name="TextBox 8">
            <a:extLst>
              <a:ext uri="{FF2B5EF4-FFF2-40B4-BE49-F238E27FC236}">
                <a16:creationId xmlns:a16="http://schemas.microsoft.com/office/drawing/2014/main" id="{07750742-2C92-C949-582D-F6E8390001B1}"/>
              </a:ext>
            </a:extLst>
          </p:cNvPr>
          <p:cNvSpPr txBox="1"/>
          <p:nvPr/>
        </p:nvSpPr>
        <p:spPr>
          <a:xfrm>
            <a:off x="1737905" y="1124596"/>
            <a:ext cx="276304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dirty="0">
                <a:ea typeface="SimSun" panose="02010600030101010101" pitchFamily="2" charset="-122"/>
                <a:cs typeface="Segoe UI" panose="020B0502040204020203" pitchFamily="34" charset="0"/>
              </a:rPr>
              <a:t>10-year yield elasticity</a:t>
            </a:r>
          </a:p>
        </p:txBody>
      </p:sp>
      <p:sp>
        <p:nvSpPr>
          <p:cNvPr id="11" name="TextBox 10">
            <a:extLst>
              <a:ext uri="{FF2B5EF4-FFF2-40B4-BE49-F238E27FC236}">
                <a16:creationId xmlns:a16="http://schemas.microsoft.com/office/drawing/2014/main" id="{169E4109-6F19-84C3-2DC0-FD82DEBDEA7E}"/>
              </a:ext>
            </a:extLst>
          </p:cNvPr>
          <p:cNvSpPr txBox="1"/>
          <p:nvPr/>
        </p:nvSpPr>
        <p:spPr>
          <a:xfrm>
            <a:off x="7447935" y="1136110"/>
            <a:ext cx="265176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dirty="0">
                <a:ea typeface="SimSun" panose="02010600030101010101" pitchFamily="2" charset="-122"/>
                <a:cs typeface="Segoe UI" panose="020B0502040204020203" pitchFamily="34" charset="0"/>
              </a:rPr>
              <a:t>Industrial production</a:t>
            </a:r>
          </a:p>
        </p:txBody>
      </p:sp>
      <p:sp>
        <p:nvSpPr>
          <p:cNvPr id="5" name="TextBox 4">
            <a:extLst>
              <a:ext uri="{FF2B5EF4-FFF2-40B4-BE49-F238E27FC236}">
                <a16:creationId xmlns:a16="http://schemas.microsoft.com/office/drawing/2014/main" id="{FF31B4F8-C635-3A60-955E-2A48F4B2866E}"/>
              </a:ext>
            </a:extLst>
          </p:cNvPr>
          <p:cNvSpPr txBox="1"/>
          <p:nvPr/>
        </p:nvSpPr>
        <p:spPr>
          <a:xfrm rot="16200000">
            <a:off x="-689403" y="4414811"/>
            <a:ext cx="2448794"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1" dirty="0">
                <a:solidFill>
                  <a:srgbClr val="7030A0"/>
                </a:solidFill>
                <a:latin typeface="Segoe UI" panose="020B0502040204020203" pitchFamily="34" charset="0"/>
                <a:ea typeface="SimSun" panose="02010600030101010101" pitchFamily="2" charset="-122"/>
                <a:cs typeface="Segoe UI" panose="020B0502040204020203" pitchFamily="34" charset="0"/>
              </a:rPr>
              <a:t>Fiscal space</a:t>
            </a:r>
          </a:p>
        </p:txBody>
      </p:sp>
      <p:sp>
        <p:nvSpPr>
          <p:cNvPr id="6" name="TextBox 5">
            <a:extLst>
              <a:ext uri="{FF2B5EF4-FFF2-40B4-BE49-F238E27FC236}">
                <a16:creationId xmlns:a16="http://schemas.microsoft.com/office/drawing/2014/main" id="{A31854C4-73E5-6368-82E4-BEC83CDACD67}"/>
              </a:ext>
            </a:extLst>
          </p:cNvPr>
          <p:cNvSpPr txBox="1"/>
          <p:nvPr/>
        </p:nvSpPr>
        <p:spPr>
          <a:xfrm rot="16200000">
            <a:off x="-629115" y="2526420"/>
            <a:ext cx="2448796"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1" dirty="0">
                <a:solidFill>
                  <a:srgbClr val="7030A0"/>
                </a:solidFill>
                <a:latin typeface="Segoe UI" panose="020B0502040204020203" pitchFamily="34" charset="0"/>
                <a:ea typeface="SimSun" panose="02010600030101010101" pitchFamily="2" charset="-122"/>
                <a:cs typeface="Segoe UI" panose="020B0502040204020203" pitchFamily="34" charset="0"/>
              </a:rPr>
              <a:t>Current account</a:t>
            </a:r>
          </a:p>
          <a:p>
            <a:pPr algn="ctr"/>
            <a:r>
              <a:rPr lang="en-US" sz="1600" b="1" dirty="0">
                <a:solidFill>
                  <a:srgbClr val="7030A0"/>
                </a:solidFill>
                <a:latin typeface="Segoe UI" panose="020B0502040204020203" pitchFamily="34" charset="0"/>
                <a:ea typeface="SimSun" panose="02010600030101010101" pitchFamily="2" charset="-122"/>
                <a:cs typeface="Segoe UI" panose="020B0502040204020203" pitchFamily="34" charset="0"/>
              </a:rPr>
              <a:t>to GDP</a:t>
            </a:r>
          </a:p>
        </p:txBody>
      </p:sp>
      <p:sp>
        <p:nvSpPr>
          <p:cNvPr id="10" name="Arrow: Up 9">
            <a:extLst>
              <a:ext uri="{FF2B5EF4-FFF2-40B4-BE49-F238E27FC236}">
                <a16:creationId xmlns:a16="http://schemas.microsoft.com/office/drawing/2014/main" id="{31103AAF-3620-0652-8DC7-26CDC73EA475}"/>
              </a:ext>
            </a:extLst>
          </p:cNvPr>
          <p:cNvSpPr/>
          <p:nvPr/>
        </p:nvSpPr>
        <p:spPr>
          <a:xfrm rot="10800000">
            <a:off x="4957538" y="2135190"/>
            <a:ext cx="255493" cy="687955"/>
          </a:xfrm>
          <a:prstGeom prst="upArrow">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5E12388E-CD97-45DD-E48F-9DB2113E9DFF}"/>
              </a:ext>
            </a:extLst>
          </p:cNvPr>
          <p:cNvSpPr txBox="1"/>
          <p:nvPr/>
        </p:nvSpPr>
        <p:spPr>
          <a:xfrm>
            <a:off x="5141441" y="2175281"/>
            <a:ext cx="86043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latin typeface="Segoe UI" panose="020B0502040204020203" pitchFamily="34" charset="0"/>
                <a:ea typeface="SimSun" panose="02010600030101010101" pitchFamily="2" charset="-122"/>
                <a:cs typeface="Segoe UI" panose="020B0502040204020203" pitchFamily="34" charset="0"/>
              </a:rPr>
              <a:t>Lower spillover</a:t>
            </a:r>
          </a:p>
        </p:txBody>
      </p:sp>
      <p:sp>
        <p:nvSpPr>
          <p:cNvPr id="14" name="Arrow: Up 13">
            <a:extLst>
              <a:ext uri="{FF2B5EF4-FFF2-40B4-BE49-F238E27FC236}">
                <a16:creationId xmlns:a16="http://schemas.microsoft.com/office/drawing/2014/main" id="{6496F1A9-27CC-FF63-97AE-FAF043B281E4}"/>
              </a:ext>
            </a:extLst>
          </p:cNvPr>
          <p:cNvSpPr/>
          <p:nvPr/>
        </p:nvSpPr>
        <p:spPr>
          <a:xfrm rot="10800000">
            <a:off x="4897250" y="4071244"/>
            <a:ext cx="255493" cy="687955"/>
          </a:xfrm>
          <a:prstGeom prst="upArrow">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BA1D718B-A3CC-116C-7A51-F8B0D82783E5}"/>
              </a:ext>
            </a:extLst>
          </p:cNvPr>
          <p:cNvSpPr txBox="1"/>
          <p:nvPr/>
        </p:nvSpPr>
        <p:spPr>
          <a:xfrm>
            <a:off x="5081153" y="4111335"/>
            <a:ext cx="86043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latin typeface="Segoe UI" panose="020B0502040204020203" pitchFamily="34" charset="0"/>
                <a:ea typeface="SimSun" panose="02010600030101010101" pitchFamily="2" charset="-122"/>
                <a:cs typeface="Segoe UI" panose="020B0502040204020203" pitchFamily="34" charset="0"/>
              </a:rPr>
              <a:t>Lower spillover</a:t>
            </a:r>
          </a:p>
        </p:txBody>
      </p:sp>
      <p:sp>
        <p:nvSpPr>
          <p:cNvPr id="18" name="Arrow: Up 17">
            <a:extLst>
              <a:ext uri="{FF2B5EF4-FFF2-40B4-BE49-F238E27FC236}">
                <a16:creationId xmlns:a16="http://schemas.microsoft.com/office/drawing/2014/main" id="{674EA399-B2DE-CDD2-5BA1-E00370582133}"/>
              </a:ext>
            </a:extLst>
          </p:cNvPr>
          <p:cNvSpPr/>
          <p:nvPr/>
        </p:nvSpPr>
        <p:spPr>
          <a:xfrm>
            <a:off x="10485122" y="2082973"/>
            <a:ext cx="255493" cy="687955"/>
          </a:xfrm>
          <a:prstGeom prst="upArrow">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C53E52B3-BA2E-BE6F-FC69-B86AFAF7A114}"/>
              </a:ext>
            </a:extLst>
          </p:cNvPr>
          <p:cNvSpPr txBox="1"/>
          <p:nvPr/>
        </p:nvSpPr>
        <p:spPr>
          <a:xfrm>
            <a:off x="10661851" y="2165340"/>
            <a:ext cx="86043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latin typeface="Segoe UI" panose="020B0502040204020203" pitchFamily="34" charset="0"/>
                <a:ea typeface="SimSun" panose="02010600030101010101" pitchFamily="2" charset="-122"/>
                <a:cs typeface="Segoe UI" panose="020B0502040204020203" pitchFamily="34" charset="0"/>
              </a:rPr>
              <a:t>Lower spillover</a:t>
            </a:r>
          </a:p>
        </p:txBody>
      </p:sp>
      <p:sp>
        <p:nvSpPr>
          <p:cNvPr id="22" name="Arrow: Up 21">
            <a:extLst>
              <a:ext uri="{FF2B5EF4-FFF2-40B4-BE49-F238E27FC236}">
                <a16:creationId xmlns:a16="http://schemas.microsoft.com/office/drawing/2014/main" id="{67D346AD-B131-572B-2D88-9739052F64FA}"/>
              </a:ext>
            </a:extLst>
          </p:cNvPr>
          <p:cNvSpPr/>
          <p:nvPr/>
        </p:nvSpPr>
        <p:spPr>
          <a:xfrm>
            <a:off x="10420265" y="3945857"/>
            <a:ext cx="255493" cy="687955"/>
          </a:xfrm>
          <a:prstGeom prst="upArrow">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473EC806-9451-18CC-36EA-A874E2ED1091}"/>
              </a:ext>
            </a:extLst>
          </p:cNvPr>
          <p:cNvSpPr txBox="1"/>
          <p:nvPr/>
        </p:nvSpPr>
        <p:spPr>
          <a:xfrm>
            <a:off x="10596994" y="4028224"/>
            <a:ext cx="86043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latin typeface="Segoe UI" panose="020B0502040204020203" pitchFamily="34" charset="0"/>
                <a:ea typeface="SimSun" panose="02010600030101010101" pitchFamily="2" charset="-122"/>
                <a:cs typeface="Segoe UI" panose="020B0502040204020203" pitchFamily="34" charset="0"/>
              </a:rPr>
              <a:t>Lower spillover</a:t>
            </a:r>
          </a:p>
        </p:txBody>
      </p:sp>
      <p:pic>
        <p:nvPicPr>
          <p:cNvPr id="3" name="Picture 2">
            <a:extLst>
              <a:ext uri="{FF2B5EF4-FFF2-40B4-BE49-F238E27FC236}">
                <a16:creationId xmlns:a16="http://schemas.microsoft.com/office/drawing/2014/main" id="{9EEAC276-A11E-715B-484A-5229456AF94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489294" y="1453826"/>
            <a:ext cx="3886695" cy="2402535"/>
          </a:xfrm>
          <a:prstGeom prst="rect">
            <a:avLst/>
          </a:prstGeom>
        </p:spPr>
      </p:pic>
      <p:pic>
        <p:nvPicPr>
          <p:cNvPr id="15" name="Picture 14">
            <a:extLst>
              <a:ext uri="{FF2B5EF4-FFF2-40B4-BE49-F238E27FC236}">
                <a16:creationId xmlns:a16="http://schemas.microsoft.com/office/drawing/2014/main" id="{192F45CF-3155-145C-4553-54ED845CE7A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6455285" y="3589148"/>
            <a:ext cx="3834136" cy="2410734"/>
          </a:xfrm>
          <a:prstGeom prst="rect">
            <a:avLst/>
          </a:prstGeom>
        </p:spPr>
      </p:pic>
      <p:pic>
        <p:nvPicPr>
          <p:cNvPr id="17" name="Picture 16">
            <a:extLst>
              <a:ext uri="{FF2B5EF4-FFF2-40B4-BE49-F238E27FC236}">
                <a16:creationId xmlns:a16="http://schemas.microsoft.com/office/drawing/2014/main" id="{0DE60DA8-6251-39F0-4B39-190348F36C6F}"/>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96804" y="1426955"/>
            <a:ext cx="3886695" cy="2402535"/>
          </a:xfrm>
          <a:prstGeom prst="rect">
            <a:avLst/>
          </a:prstGeom>
        </p:spPr>
      </p:pic>
      <p:pic>
        <p:nvPicPr>
          <p:cNvPr id="20" name="Picture 19">
            <a:extLst>
              <a:ext uri="{FF2B5EF4-FFF2-40B4-BE49-F238E27FC236}">
                <a16:creationId xmlns:a16="http://schemas.microsoft.com/office/drawing/2014/main" id="{D60FED03-8D24-B30D-752D-067C6941AD40}"/>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60430" y="3560383"/>
            <a:ext cx="3834136" cy="2410734"/>
          </a:xfrm>
          <a:prstGeom prst="rect">
            <a:avLst/>
          </a:prstGeom>
        </p:spPr>
      </p:pic>
      <p:sp>
        <p:nvSpPr>
          <p:cNvPr id="7" name="TextBox 15">
            <a:extLst>
              <a:ext uri="{FF2B5EF4-FFF2-40B4-BE49-F238E27FC236}">
                <a16:creationId xmlns:a16="http://schemas.microsoft.com/office/drawing/2014/main" id="{9113C880-40B3-07F8-EFB2-83AFD8D53B27}"/>
              </a:ext>
            </a:extLst>
          </p:cNvPr>
          <p:cNvSpPr txBox="1"/>
          <p:nvPr/>
        </p:nvSpPr>
        <p:spPr>
          <a:xfrm>
            <a:off x="415579" y="5978594"/>
            <a:ext cx="11530615" cy="743020"/>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lIns="0" tIns="0" rIns="0" bIns="0"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defRPr/>
            </a:pPr>
            <a:r>
              <a:rPr lang="en-US" sz="1200" b="0" dirty="0">
                <a:solidFill>
                  <a:schemeClr val="tx1"/>
                </a:solidFill>
                <a:latin typeface="Segoe UI" panose="020B0502040204020203" pitchFamily="34" charset="0"/>
                <a:ea typeface="Segoe UI" panose="020B0502040204020203" pitchFamily="34" charset="0"/>
                <a:cs typeface="Segoe UI" panose="020B0502040204020203" pitchFamily="34" charset="0"/>
              </a:rPr>
              <a:t>Sources: </a:t>
            </a:r>
            <a:r>
              <a:rPr lang="en-US" sz="1200" b="0" dirty="0" err="1">
                <a:solidFill>
                  <a:schemeClr val="tx1"/>
                </a:solidFill>
                <a:latin typeface="Segoe UI" panose="020B0502040204020203" pitchFamily="34" charset="0"/>
                <a:ea typeface="Segoe UI" panose="020B0502040204020203" pitchFamily="34" charset="0"/>
                <a:cs typeface="Segoe UI" panose="020B0502040204020203" pitchFamily="34" charset="0"/>
              </a:rPr>
              <a:t>Phillot</a:t>
            </a:r>
            <a:r>
              <a:rPr lang="en-US" sz="1200" b="0" dirty="0">
                <a:solidFill>
                  <a:schemeClr val="tx1"/>
                </a:solidFill>
                <a:latin typeface="Segoe UI" panose="020B0502040204020203" pitchFamily="34" charset="0"/>
                <a:ea typeface="Segoe UI" panose="020B0502040204020203" pitchFamily="34" charset="0"/>
                <a:cs typeface="Segoe UI" panose="020B0502040204020203" pitchFamily="34" charset="0"/>
              </a:rPr>
              <a:t> (2025); IMF staff calculations.</a:t>
            </a:r>
          </a:p>
          <a:p>
            <a:pPr>
              <a:defRPr/>
            </a:pPr>
            <a:r>
              <a:rPr lang="en-US" sz="1200" b="0" dirty="0">
                <a:solidFill>
                  <a:schemeClr val="tx1"/>
                </a:solidFill>
                <a:latin typeface="Segoe UI" panose="020B0502040204020203" pitchFamily="34" charset="0"/>
                <a:ea typeface="Segoe UI" panose="020B0502040204020203" pitchFamily="34" charset="0"/>
                <a:cs typeface="Segoe UI" panose="020B0502040204020203" pitchFamily="34" charset="0"/>
              </a:rPr>
              <a:t>Notes: </a:t>
            </a:r>
            <a:r>
              <a:rPr lang="en-US" sz="1200" dirty="0">
                <a:solidFill>
                  <a:schemeClr val="tx1"/>
                </a:solidFill>
                <a:latin typeface="Segoe UI" panose="020B0502040204020203" pitchFamily="34" charset="0"/>
                <a:cs typeface="Segoe UI" panose="020B0502040204020203" pitchFamily="34" charset="0"/>
              </a:rPr>
              <a:t>Interacted local projections with time fixed effects. Reported coefficients represent the differential spillover for a country at the 75th vs. 25th percentile of each characteristic (scaled by IQR). Current account to GDP is the ratio of the current account balance to nominal GDP. Fiscal space is capturing a government's capacity to sustainably expand its fiscal position. Shaded areas denote 68% and 90% confidence bands. Unbalanced panel of 39 countries for yields and 58 countries for IP, 1998–2020.</a:t>
            </a:r>
          </a:p>
        </p:txBody>
      </p:sp>
    </p:spTree>
    <p:extLst>
      <p:ext uri="{BB962C8B-B14F-4D97-AF65-F5344CB8AC3E}">
        <p14:creationId xmlns:p14="http://schemas.microsoft.com/office/powerpoint/2010/main" val="34313330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98C5B-03AF-EB89-BE61-1F76A29E1FB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03E9770-2F58-2E67-1AAE-F423BAB1C956}"/>
              </a:ext>
            </a:extLst>
          </p:cNvPr>
          <p:cNvSpPr>
            <a:spLocks noGrp="1"/>
          </p:cNvSpPr>
          <p:nvPr>
            <p:ph type="title"/>
          </p:nvPr>
        </p:nvSpPr>
        <p:spPr>
          <a:xfrm>
            <a:off x="959005" y="1214846"/>
            <a:ext cx="10388699" cy="4114800"/>
          </a:xfrm>
        </p:spPr>
        <p:txBody>
          <a:bodyPr>
            <a:normAutofit/>
          </a:bodyPr>
          <a:lstStyle/>
          <a:p>
            <a:r>
              <a:rPr lang="en-US" sz="4000" dirty="0">
                <a:latin typeface="Arial Black" panose="020B0A04020102020204" pitchFamily="34" charset="0"/>
              </a:rPr>
              <a:t>Conclusion</a:t>
            </a:r>
          </a:p>
        </p:txBody>
      </p:sp>
      <p:sp>
        <p:nvSpPr>
          <p:cNvPr id="5" name="Slide Number Placeholder 4">
            <a:extLst>
              <a:ext uri="{FF2B5EF4-FFF2-40B4-BE49-F238E27FC236}">
                <a16:creationId xmlns:a16="http://schemas.microsoft.com/office/drawing/2014/main" id="{AAFB6E54-8747-3E2E-7109-7AFCE85DC030}"/>
              </a:ext>
            </a:extLst>
          </p:cNvPr>
          <p:cNvSpPr>
            <a:spLocks noGrp="1"/>
          </p:cNvSpPr>
          <p:nvPr>
            <p:ph type="sldNum" sz="quarter" idx="4294967295"/>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30EA680-D336-4FF7-8B7A-9848BB0A1C32}" type="slidenum">
              <a:rPr lang="en-US" smtClean="0"/>
              <a:pPr/>
              <a:t>12</a:t>
            </a:fld>
            <a:endParaRPr lang="en-US"/>
          </a:p>
        </p:txBody>
      </p:sp>
    </p:spTree>
    <p:extLst>
      <p:ext uri="{BB962C8B-B14F-4D97-AF65-F5344CB8AC3E}">
        <p14:creationId xmlns:p14="http://schemas.microsoft.com/office/powerpoint/2010/main" val="1307124123"/>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B31FA-3860-F452-52C9-EB17B83872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315F19-F9EE-F0A3-0261-C1FCEE60B5CE}"/>
              </a:ext>
            </a:extLst>
          </p:cNvPr>
          <p:cNvSpPr>
            <a:spLocks noGrp="1"/>
          </p:cNvSpPr>
          <p:nvPr>
            <p:ph type="title"/>
          </p:nvPr>
        </p:nvSpPr>
        <p:spPr>
          <a:xfrm>
            <a:off x="205740" y="104071"/>
            <a:ext cx="11857729" cy="850635"/>
          </a:xfrm>
        </p:spPr>
        <p:txBody>
          <a:bodyPr>
            <a:normAutofit/>
          </a:bodyPr>
          <a:lstStyle/>
          <a:p>
            <a:r>
              <a:rPr lang="en-US" sz="3000" kern="0" dirty="0">
                <a:solidFill>
                  <a:schemeClr val="bg1"/>
                </a:solidFill>
                <a:latin typeface="Franklin Gothic Medium" panose="020B0603020102020204" pitchFamily="34" charset="0"/>
                <a:ea typeface="+mn-ea"/>
                <a:cs typeface="+mn-cs"/>
              </a:rPr>
              <a:t>Policy Implications for Policymakers</a:t>
            </a:r>
          </a:p>
        </p:txBody>
      </p:sp>
      <p:sp>
        <p:nvSpPr>
          <p:cNvPr id="6" name="Content Placeholder 8">
            <a:extLst>
              <a:ext uri="{FF2B5EF4-FFF2-40B4-BE49-F238E27FC236}">
                <a16:creationId xmlns:a16="http://schemas.microsoft.com/office/drawing/2014/main" id="{A2AF4592-54EA-1CDA-8B82-208F5FA32363}"/>
              </a:ext>
            </a:extLst>
          </p:cNvPr>
          <p:cNvSpPr txBox="1">
            <a:spLocks/>
          </p:cNvSpPr>
          <p:nvPr/>
        </p:nvSpPr>
        <p:spPr>
          <a:xfrm>
            <a:off x="515663" y="1047162"/>
            <a:ext cx="3689292" cy="850635"/>
          </a:xfrm>
          <a:prstGeom prst="rect">
            <a:avLst/>
          </a:prstGeom>
        </p:spPr>
        <p:txBody>
          <a:bodyPr vert="horz" lIns="0" tIns="137160" rIns="0" bIns="0" rtlCol="0" anchor="t">
            <a:normAutofit/>
          </a:bodyPr>
          <a:lstStyle>
            <a:lvl1pPr marL="0" indent="0" algn="l" defTabSz="914314" rtl="0" eaLnBrk="1" latinLnBrk="0" hangingPunct="1">
              <a:spcBef>
                <a:spcPts val="2400"/>
              </a:spcBef>
              <a:buClr>
                <a:schemeClr val="accent1"/>
              </a:buClr>
              <a:buSzPct val="110000"/>
              <a:buFont typeface="Wingdings" charset="2"/>
              <a:buNone/>
              <a:tabLst/>
              <a:defRPr sz="2000" kern="1200">
                <a:solidFill>
                  <a:schemeClr val="tx1"/>
                </a:solidFill>
                <a:latin typeface="+mn-lt"/>
                <a:ea typeface="+mn-ea"/>
                <a:cs typeface="+mn-cs"/>
              </a:defRPr>
            </a:lvl1pPr>
            <a:lvl2pPr marL="233363" indent="-233363" algn="l" defTabSz="914314" rtl="0" eaLnBrk="1" latinLnBrk="0" hangingPunct="1">
              <a:spcBef>
                <a:spcPts val="600"/>
              </a:spcBef>
              <a:buClr>
                <a:schemeClr val="accent1"/>
              </a:buClr>
              <a:buSzPct val="100000"/>
              <a:buFont typeface="Wingdings" pitchFamily="2" charset="2"/>
              <a:buChar char="§"/>
              <a:tabLst/>
              <a:defRPr sz="2000" kern="1200">
                <a:solidFill>
                  <a:schemeClr val="tx1"/>
                </a:solidFill>
                <a:latin typeface="+mn-lt"/>
                <a:ea typeface="+mn-ea"/>
                <a:cs typeface="+mn-cs"/>
              </a:defRPr>
            </a:lvl2pPr>
            <a:lvl3pPr marL="458788" indent="-225425" algn="l" defTabSz="914314" rtl="0" eaLnBrk="1" latinLnBrk="0" hangingPunct="1">
              <a:spcBef>
                <a:spcPts val="600"/>
              </a:spcBef>
              <a:buClr>
                <a:schemeClr val="bg1">
                  <a:lumMod val="50000"/>
                </a:schemeClr>
              </a:buClr>
              <a:buSzPct val="65000"/>
              <a:buFont typeface="Lucida Grande" panose="020B0600040502020204" pitchFamily="34" charset="0"/>
              <a:buChar char="▶"/>
              <a:tabLst/>
              <a:defRPr sz="2000" kern="1200">
                <a:solidFill>
                  <a:schemeClr val="tx1"/>
                </a:solidFill>
                <a:latin typeface="+mn-lt"/>
                <a:ea typeface="+mn-ea"/>
                <a:cs typeface="+mn-cs"/>
              </a:defRPr>
            </a:lvl3pPr>
            <a:lvl4pPr marL="692150" indent="-233363" algn="l" defTabSz="914314" rtl="0" eaLnBrk="1" latinLnBrk="0" hangingPunct="1">
              <a:spcBef>
                <a:spcPts val="600"/>
              </a:spcBef>
              <a:buClr>
                <a:schemeClr val="accent1"/>
              </a:buClr>
              <a:buSzPct val="100000"/>
              <a:buFont typeface="LucidaGrande" charset="0"/>
              <a:buChar char="◆"/>
              <a:tabLst/>
              <a:defRPr sz="2000" kern="1200">
                <a:solidFill>
                  <a:schemeClr val="tx1"/>
                </a:solidFill>
                <a:latin typeface="+mn-lt"/>
                <a:ea typeface="+mn-ea"/>
                <a:cs typeface="+mn-cs"/>
              </a:defRPr>
            </a:lvl4pPr>
            <a:lvl5pPr marL="917575" indent="-225425" algn="l" defTabSz="914314" rtl="0" eaLnBrk="1" latinLnBrk="0" hangingPunct="1">
              <a:spcBef>
                <a:spcPts val="600"/>
              </a:spcBef>
              <a:buClr>
                <a:schemeClr val="bg1">
                  <a:lumMod val="50000"/>
                </a:schemeClr>
              </a:buClr>
              <a:buFont typeface=".HelveticaNeueDeskInterface-Regular"/>
              <a:buChar char="●"/>
              <a:tabLst/>
              <a:defRPr sz="2000" kern="1200">
                <a:solidFill>
                  <a:schemeClr val="tx1"/>
                </a:solidFill>
                <a:latin typeface="+mn-lt"/>
                <a:ea typeface="+mn-ea"/>
                <a:cs typeface="+mn-cs"/>
              </a:defRPr>
            </a:lvl5pPr>
            <a:lvl6pPr marL="2514364"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522"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79"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35"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lnSpc>
                <a:spcPct val="200000"/>
              </a:lnSpc>
              <a:spcBef>
                <a:spcPts val="800"/>
              </a:spcBef>
              <a:spcAft>
                <a:spcPts val="600"/>
              </a:spcAft>
              <a:buClrTx/>
              <a:tabLst>
                <a:tab pos="457200" algn="l"/>
              </a:tabLst>
            </a:pPr>
            <a:r>
              <a:rPr lang="en-US" sz="1800" b="1" dirty="0">
                <a:latin typeface="Segoe UI"/>
                <a:cs typeface="Segoe UI"/>
              </a:rPr>
              <a:t>From Official to Private Creditors</a:t>
            </a:r>
          </a:p>
        </p:txBody>
      </p:sp>
      <p:sp>
        <p:nvSpPr>
          <p:cNvPr id="7" name="Content Placeholder 8">
            <a:extLst>
              <a:ext uri="{FF2B5EF4-FFF2-40B4-BE49-F238E27FC236}">
                <a16:creationId xmlns:a16="http://schemas.microsoft.com/office/drawing/2014/main" id="{E2FC1AF0-FAFF-88C6-9695-85A4030D02A2}"/>
              </a:ext>
            </a:extLst>
          </p:cNvPr>
          <p:cNvSpPr txBox="1">
            <a:spLocks/>
          </p:cNvSpPr>
          <p:nvPr/>
        </p:nvSpPr>
        <p:spPr>
          <a:xfrm>
            <a:off x="4299253" y="1047162"/>
            <a:ext cx="3689292" cy="850635"/>
          </a:xfrm>
          <a:prstGeom prst="rect">
            <a:avLst/>
          </a:prstGeom>
        </p:spPr>
        <p:txBody>
          <a:bodyPr vert="horz" lIns="0" tIns="137160" rIns="0" bIns="0" rtlCol="0" anchor="t">
            <a:normAutofit/>
          </a:bodyPr>
          <a:lstStyle>
            <a:lvl1pPr marL="0" indent="0" algn="l" defTabSz="914314" rtl="0" eaLnBrk="1" latinLnBrk="0" hangingPunct="1">
              <a:spcBef>
                <a:spcPts val="2400"/>
              </a:spcBef>
              <a:buClr>
                <a:schemeClr val="accent1"/>
              </a:buClr>
              <a:buSzPct val="110000"/>
              <a:buFont typeface="Wingdings" charset="2"/>
              <a:buNone/>
              <a:tabLst/>
              <a:defRPr sz="2000" kern="1200">
                <a:solidFill>
                  <a:schemeClr val="tx1"/>
                </a:solidFill>
                <a:latin typeface="+mn-lt"/>
                <a:ea typeface="+mn-ea"/>
                <a:cs typeface="+mn-cs"/>
              </a:defRPr>
            </a:lvl1pPr>
            <a:lvl2pPr marL="233363" indent="-233363" algn="l" defTabSz="914314" rtl="0" eaLnBrk="1" latinLnBrk="0" hangingPunct="1">
              <a:spcBef>
                <a:spcPts val="600"/>
              </a:spcBef>
              <a:buClr>
                <a:schemeClr val="accent1"/>
              </a:buClr>
              <a:buSzPct val="100000"/>
              <a:buFont typeface="Wingdings" pitchFamily="2" charset="2"/>
              <a:buChar char="§"/>
              <a:tabLst/>
              <a:defRPr sz="2000" kern="1200">
                <a:solidFill>
                  <a:schemeClr val="tx1"/>
                </a:solidFill>
                <a:latin typeface="+mn-lt"/>
                <a:ea typeface="+mn-ea"/>
                <a:cs typeface="+mn-cs"/>
              </a:defRPr>
            </a:lvl2pPr>
            <a:lvl3pPr marL="458788" indent="-225425" algn="l" defTabSz="914314" rtl="0" eaLnBrk="1" latinLnBrk="0" hangingPunct="1">
              <a:spcBef>
                <a:spcPts val="600"/>
              </a:spcBef>
              <a:buClr>
                <a:schemeClr val="bg1">
                  <a:lumMod val="50000"/>
                </a:schemeClr>
              </a:buClr>
              <a:buSzPct val="65000"/>
              <a:buFont typeface="Lucida Grande" panose="020B0600040502020204" pitchFamily="34" charset="0"/>
              <a:buChar char="▶"/>
              <a:tabLst/>
              <a:defRPr sz="2000" kern="1200">
                <a:solidFill>
                  <a:schemeClr val="tx1"/>
                </a:solidFill>
                <a:latin typeface="+mn-lt"/>
                <a:ea typeface="+mn-ea"/>
                <a:cs typeface="+mn-cs"/>
              </a:defRPr>
            </a:lvl3pPr>
            <a:lvl4pPr marL="692150" indent="-233363" algn="l" defTabSz="914314" rtl="0" eaLnBrk="1" latinLnBrk="0" hangingPunct="1">
              <a:spcBef>
                <a:spcPts val="600"/>
              </a:spcBef>
              <a:buClr>
                <a:schemeClr val="accent1"/>
              </a:buClr>
              <a:buSzPct val="100000"/>
              <a:buFont typeface="LucidaGrande" charset="0"/>
              <a:buChar char="◆"/>
              <a:tabLst/>
              <a:defRPr sz="2000" kern="1200">
                <a:solidFill>
                  <a:schemeClr val="tx1"/>
                </a:solidFill>
                <a:latin typeface="+mn-lt"/>
                <a:ea typeface="+mn-ea"/>
                <a:cs typeface="+mn-cs"/>
              </a:defRPr>
            </a:lvl4pPr>
            <a:lvl5pPr marL="917575" indent="-225425" algn="l" defTabSz="914314" rtl="0" eaLnBrk="1" latinLnBrk="0" hangingPunct="1">
              <a:spcBef>
                <a:spcPts val="600"/>
              </a:spcBef>
              <a:buClr>
                <a:schemeClr val="bg1">
                  <a:lumMod val="50000"/>
                </a:schemeClr>
              </a:buClr>
              <a:buFont typeface=".HelveticaNeueDeskInterface-Regular"/>
              <a:buChar char="●"/>
              <a:tabLst/>
              <a:defRPr sz="2000" kern="1200">
                <a:solidFill>
                  <a:schemeClr val="tx1"/>
                </a:solidFill>
                <a:latin typeface="+mn-lt"/>
                <a:ea typeface="+mn-ea"/>
                <a:cs typeface="+mn-cs"/>
              </a:defRPr>
            </a:lvl5pPr>
            <a:lvl6pPr marL="2514364"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522"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79"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35"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lnSpc>
                <a:spcPct val="200000"/>
              </a:lnSpc>
              <a:spcBef>
                <a:spcPts val="800"/>
              </a:spcBef>
              <a:spcAft>
                <a:spcPts val="600"/>
              </a:spcAft>
              <a:buClrTx/>
              <a:tabLst>
                <a:tab pos="457200" algn="l"/>
              </a:tabLst>
            </a:pPr>
            <a:r>
              <a:rPr lang="en-US" sz="1800" b="1" dirty="0">
                <a:latin typeface="Segoe UI"/>
                <a:cs typeface="Segoe UI"/>
              </a:rPr>
              <a:t>Shift to Short-Term Debt</a:t>
            </a:r>
            <a:endParaRPr lang="en-US" sz="1800" dirty="0">
              <a:latin typeface="Segoe UI"/>
              <a:cs typeface="Segoe UI"/>
            </a:endParaRPr>
          </a:p>
          <a:p>
            <a:pPr>
              <a:lnSpc>
                <a:spcPct val="200000"/>
              </a:lnSpc>
              <a:spcBef>
                <a:spcPts val="800"/>
              </a:spcBef>
              <a:spcAft>
                <a:spcPts val="600"/>
              </a:spcAft>
              <a:buClrTx/>
              <a:tabLst>
                <a:tab pos="457200" algn="l"/>
              </a:tabLst>
            </a:pPr>
            <a:endParaRPr lang="en-US" sz="1800" dirty="0">
              <a:latin typeface="Segoe UI"/>
              <a:cs typeface="Segoe UI"/>
            </a:endParaRPr>
          </a:p>
        </p:txBody>
      </p:sp>
      <p:sp>
        <p:nvSpPr>
          <p:cNvPr id="8" name="Content Placeholder 8">
            <a:extLst>
              <a:ext uri="{FF2B5EF4-FFF2-40B4-BE49-F238E27FC236}">
                <a16:creationId xmlns:a16="http://schemas.microsoft.com/office/drawing/2014/main" id="{0E9C0744-210A-D853-D5DE-7145BB36100E}"/>
              </a:ext>
            </a:extLst>
          </p:cNvPr>
          <p:cNvSpPr txBox="1">
            <a:spLocks/>
          </p:cNvSpPr>
          <p:nvPr/>
        </p:nvSpPr>
        <p:spPr>
          <a:xfrm>
            <a:off x="8180221" y="1047162"/>
            <a:ext cx="3496116" cy="850635"/>
          </a:xfrm>
          <a:prstGeom prst="rect">
            <a:avLst/>
          </a:prstGeom>
        </p:spPr>
        <p:txBody>
          <a:bodyPr vert="horz" lIns="0" tIns="137160" rIns="0" bIns="0" rtlCol="0" anchor="t">
            <a:normAutofit/>
          </a:bodyPr>
          <a:lstStyle>
            <a:lvl1pPr marL="0" indent="0" algn="l" defTabSz="914314" rtl="0" eaLnBrk="1" latinLnBrk="0" hangingPunct="1">
              <a:spcBef>
                <a:spcPts val="2400"/>
              </a:spcBef>
              <a:buClr>
                <a:schemeClr val="accent1"/>
              </a:buClr>
              <a:buSzPct val="110000"/>
              <a:buFont typeface="Wingdings" charset="2"/>
              <a:buNone/>
              <a:tabLst/>
              <a:defRPr sz="2000" kern="1200">
                <a:solidFill>
                  <a:schemeClr val="tx1"/>
                </a:solidFill>
                <a:latin typeface="+mn-lt"/>
                <a:ea typeface="+mn-ea"/>
                <a:cs typeface="+mn-cs"/>
              </a:defRPr>
            </a:lvl1pPr>
            <a:lvl2pPr marL="233363" indent="-233363" algn="l" defTabSz="914314" rtl="0" eaLnBrk="1" latinLnBrk="0" hangingPunct="1">
              <a:spcBef>
                <a:spcPts val="600"/>
              </a:spcBef>
              <a:buClr>
                <a:schemeClr val="accent1"/>
              </a:buClr>
              <a:buSzPct val="100000"/>
              <a:buFont typeface="Wingdings" pitchFamily="2" charset="2"/>
              <a:buChar char="§"/>
              <a:tabLst/>
              <a:defRPr sz="2000" kern="1200">
                <a:solidFill>
                  <a:schemeClr val="tx1"/>
                </a:solidFill>
                <a:latin typeface="+mn-lt"/>
                <a:ea typeface="+mn-ea"/>
                <a:cs typeface="+mn-cs"/>
              </a:defRPr>
            </a:lvl2pPr>
            <a:lvl3pPr marL="458788" indent="-225425" algn="l" defTabSz="914314" rtl="0" eaLnBrk="1" latinLnBrk="0" hangingPunct="1">
              <a:spcBef>
                <a:spcPts val="600"/>
              </a:spcBef>
              <a:buClr>
                <a:schemeClr val="bg1">
                  <a:lumMod val="50000"/>
                </a:schemeClr>
              </a:buClr>
              <a:buSzPct val="65000"/>
              <a:buFont typeface="Lucida Grande" panose="020B0600040502020204" pitchFamily="34" charset="0"/>
              <a:buChar char="▶"/>
              <a:tabLst/>
              <a:defRPr sz="2000" kern="1200">
                <a:solidFill>
                  <a:schemeClr val="tx1"/>
                </a:solidFill>
                <a:latin typeface="+mn-lt"/>
                <a:ea typeface="+mn-ea"/>
                <a:cs typeface="+mn-cs"/>
              </a:defRPr>
            </a:lvl3pPr>
            <a:lvl4pPr marL="692150" indent="-233363" algn="l" defTabSz="914314" rtl="0" eaLnBrk="1" latinLnBrk="0" hangingPunct="1">
              <a:spcBef>
                <a:spcPts val="600"/>
              </a:spcBef>
              <a:buClr>
                <a:schemeClr val="accent1"/>
              </a:buClr>
              <a:buSzPct val="100000"/>
              <a:buFont typeface="LucidaGrande" charset="0"/>
              <a:buChar char="◆"/>
              <a:tabLst/>
              <a:defRPr sz="2000" kern="1200">
                <a:solidFill>
                  <a:schemeClr val="tx1"/>
                </a:solidFill>
                <a:latin typeface="+mn-lt"/>
                <a:ea typeface="+mn-ea"/>
                <a:cs typeface="+mn-cs"/>
              </a:defRPr>
            </a:lvl4pPr>
            <a:lvl5pPr marL="917575" indent="-225425" algn="l" defTabSz="914314" rtl="0" eaLnBrk="1" latinLnBrk="0" hangingPunct="1">
              <a:spcBef>
                <a:spcPts val="600"/>
              </a:spcBef>
              <a:buClr>
                <a:schemeClr val="bg1">
                  <a:lumMod val="50000"/>
                </a:schemeClr>
              </a:buClr>
              <a:buFont typeface=".HelveticaNeueDeskInterface-Regular"/>
              <a:buChar char="●"/>
              <a:tabLst/>
              <a:defRPr sz="2000" kern="1200">
                <a:solidFill>
                  <a:schemeClr val="tx1"/>
                </a:solidFill>
                <a:latin typeface="+mn-lt"/>
                <a:ea typeface="+mn-ea"/>
                <a:cs typeface="+mn-cs"/>
              </a:defRPr>
            </a:lvl5pPr>
            <a:lvl6pPr marL="2514364"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522"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79"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35"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lnSpc>
                <a:spcPct val="200000"/>
              </a:lnSpc>
              <a:spcBef>
                <a:spcPts val="800"/>
              </a:spcBef>
              <a:spcAft>
                <a:spcPts val="600"/>
              </a:spcAft>
              <a:buClrTx/>
              <a:tabLst>
                <a:tab pos="457200" algn="l"/>
              </a:tabLst>
            </a:pPr>
            <a:r>
              <a:rPr lang="en-US" sz="1800" b="1" dirty="0">
                <a:latin typeface="Segoe UI"/>
                <a:cs typeface="Segoe UI"/>
              </a:rPr>
              <a:t>Eroding 'Exorbitant Privilege'</a:t>
            </a:r>
            <a:endParaRPr lang="en-US" sz="1800" dirty="0">
              <a:latin typeface="Segoe UI"/>
              <a:cs typeface="Segoe UI"/>
            </a:endParaRPr>
          </a:p>
        </p:txBody>
      </p:sp>
      <p:sp>
        <p:nvSpPr>
          <p:cNvPr id="12" name="Content Placeholder 8">
            <a:extLst>
              <a:ext uri="{FF2B5EF4-FFF2-40B4-BE49-F238E27FC236}">
                <a16:creationId xmlns:a16="http://schemas.microsoft.com/office/drawing/2014/main" id="{7EEB36EF-83B5-2943-BB04-817D0121FD7F}"/>
              </a:ext>
            </a:extLst>
          </p:cNvPr>
          <p:cNvSpPr txBox="1">
            <a:spLocks/>
          </p:cNvSpPr>
          <p:nvPr/>
        </p:nvSpPr>
        <p:spPr>
          <a:xfrm>
            <a:off x="2472825" y="1969424"/>
            <a:ext cx="6704485" cy="1966504"/>
          </a:xfrm>
          <a:prstGeom prst="rect">
            <a:avLst/>
          </a:prstGeom>
        </p:spPr>
        <p:txBody>
          <a:bodyPr vert="horz" lIns="0" tIns="137160" rIns="0" bIns="0" rtlCol="0" anchor="t">
            <a:noAutofit/>
          </a:bodyPr>
          <a:lstStyle>
            <a:lvl1pPr marL="0" indent="0" algn="l" defTabSz="914314" rtl="0" eaLnBrk="1" latinLnBrk="0" hangingPunct="1">
              <a:spcBef>
                <a:spcPts val="2400"/>
              </a:spcBef>
              <a:buClr>
                <a:schemeClr val="accent1"/>
              </a:buClr>
              <a:buSzPct val="110000"/>
              <a:buFont typeface="Wingdings" charset="2"/>
              <a:buNone/>
              <a:tabLst/>
              <a:defRPr sz="2000" kern="1200">
                <a:solidFill>
                  <a:schemeClr val="tx1"/>
                </a:solidFill>
                <a:latin typeface="+mn-lt"/>
                <a:ea typeface="+mn-ea"/>
                <a:cs typeface="+mn-cs"/>
              </a:defRPr>
            </a:lvl1pPr>
            <a:lvl2pPr marL="233363" indent="-233363" algn="l" defTabSz="914314" rtl="0" eaLnBrk="1" latinLnBrk="0" hangingPunct="1">
              <a:spcBef>
                <a:spcPts val="600"/>
              </a:spcBef>
              <a:buClr>
                <a:schemeClr val="accent1"/>
              </a:buClr>
              <a:buSzPct val="100000"/>
              <a:buFont typeface="Wingdings" pitchFamily="2" charset="2"/>
              <a:buChar char="§"/>
              <a:tabLst/>
              <a:defRPr sz="2000" kern="1200">
                <a:solidFill>
                  <a:schemeClr val="tx1"/>
                </a:solidFill>
                <a:latin typeface="+mn-lt"/>
                <a:ea typeface="+mn-ea"/>
                <a:cs typeface="+mn-cs"/>
              </a:defRPr>
            </a:lvl2pPr>
            <a:lvl3pPr marL="458788" indent="-225425" algn="l" defTabSz="914314" rtl="0" eaLnBrk="1" latinLnBrk="0" hangingPunct="1">
              <a:spcBef>
                <a:spcPts val="600"/>
              </a:spcBef>
              <a:buClr>
                <a:schemeClr val="bg1">
                  <a:lumMod val="50000"/>
                </a:schemeClr>
              </a:buClr>
              <a:buSzPct val="65000"/>
              <a:buFont typeface="Lucida Grande" panose="020B0600040502020204" pitchFamily="34" charset="0"/>
              <a:buChar char="▶"/>
              <a:tabLst/>
              <a:defRPr sz="2000" kern="1200">
                <a:solidFill>
                  <a:schemeClr val="tx1"/>
                </a:solidFill>
                <a:latin typeface="+mn-lt"/>
                <a:ea typeface="+mn-ea"/>
                <a:cs typeface="+mn-cs"/>
              </a:defRPr>
            </a:lvl3pPr>
            <a:lvl4pPr marL="692150" indent="-233363" algn="l" defTabSz="914314" rtl="0" eaLnBrk="1" latinLnBrk="0" hangingPunct="1">
              <a:spcBef>
                <a:spcPts val="600"/>
              </a:spcBef>
              <a:buClr>
                <a:schemeClr val="accent1"/>
              </a:buClr>
              <a:buSzPct val="100000"/>
              <a:buFont typeface="LucidaGrande" charset="0"/>
              <a:buChar char="◆"/>
              <a:tabLst/>
              <a:defRPr sz="2000" kern="1200">
                <a:solidFill>
                  <a:schemeClr val="tx1"/>
                </a:solidFill>
                <a:latin typeface="+mn-lt"/>
                <a:ea typeface="+mn-ea"/>
                <a:cs typeface="+mn-cs"/>
              </a:defRPr>
            </a:lvl4pPr>
            <a:lvl5pPr marL="917575" indent="-225425" algn="l" defTabSz="914314" rtl="0" eaLnBrk="1" latinLnBrk="0" hangingPunct="1">
              <a:spcBef>
                <a:spcPts val="600"/>
              </a:spcBef>
              <a:buClr>
                <a:schemeClr val="bg1">
                  <a:lumMod val="50000"/>
                </a:schemeClr>
              </a:buClr>
              <a:buFont typeface=".HelveticaNeueDeskInterface-Regular"/>
              <a:buChar char="●"/>
              <a:tabLst/>
              <a:defRPr sz="2000" kern="1200">
                <a:solidFill>
                  <a:schemeClr val="tx1"/>
                </a:solidFill>
                <a:latin typeface="+mn-lt"/>
                <a:ea typeface="+mn-ea"/>
                <a:cs typeface="+mn-cs"/>
              </a:defRPr>
            </a:lvl5pPr>
            <a:lvl6pPr marL="2514364"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522"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79"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35"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5750" indent="-285750">
              <a:lnSpc>
                <a:spcPct val="125000"/>
              </a:lnSpc>
              <a:spcBef>
                <a:spcPts val="600"/>
              </a:spcBef>
              <a:buClrTx/>
              <a:buFont typeface="Arial" panose="020B0604020202020204" pitchFamily="34" charset="0"/>
              <a:buChar char="•"/>
              <a:tabLst>
                <a:tab pos="457200" algn="l"/>
              </a:tabLst>
            </a:pPr>
            <a:r>
              <a:rPr lang="en-US" sz="1800" dirty="0">
                <a:latin typeface="Segoe UI"/>
                <a:cs typeface="Segoe UI"/>
              </a:rPr>
              <a:t>Marginal buyers price-sensitive, amplifying yield responses</a:t>
            </a:r>
          </a:p>
          <a:p>
            <a:pPr marL="285750" indent="-285750">
              <a:lnSpc>
                <a:spcPct val="125000"/>
              </a:lnSpc>
              <a:spcBef>
                <a:spcPts val="600"/>
              </a:spcBef>
              <a:buClrTx/>
              <a:buFont typeface="Arial" panose="020B0604020202020204" pitchFamily="34" charset="0"/>
              <a:buChar char="•"/>
              <a:tabLst>
                <a:tab pos="457200" algn="l"/>
              </a:tabLst>
            </a:pPr>
            <a:r>
              <a:rPr lang="en-US" sz="1800" dirty="0">
                <a:latin typeface="Segoe UI"/>
                <a:cs typeface="Segoe UI"/>
              </a:rPr>
              <a:t>Unexpected short-term issuance → larger shocks</a:t>
            </a:r>
          </a:p>
          <a:p>
            <a:pPr marL="285750" indent="-285750">
              <a:lnSpc>
                <a:spcPct val="125000"/>
              </a:lnSpc>
              <a:spcBef>
                <a:spcPts val="600"/>
              </a:spcBef>
              <a:buClrTx/>
              <a:buFont typeface="Arial" panose="020B0604020202020204" pitchFamily="34" charset="0"/>
              <a:buChar char="•"/>
              <a:tabLst>
                <a:tab pos="457200" algn="l"/>
              </a:tabLst>
            </a:pPr>
            <a:r>
              <a:rPr lang="en-US" sz="1800" dirty="0">
                <a:latin typeface="Segoe UI"/>
                <a:cs typeface="Segoe UI"/>
              </a:rPr>
              <a:t>Countries refinancing at higher rates</a:t>
            </a:r>
          </a:p>
          <a:p>
            <a:pPr marL="285750" indent="-285750">
              <a:lnSpc>
                <a:spcPct val="125000"/>
              </a:lnSpc>
              <a:spcBef>
                <a:spcPts val="600"/>
              </a:spcBef>
              <a:buClrTx/>
              <a:buFont typeface="Arial" panose="020B0604020202020204" pitchFamily="34" charset="0"/>
              <a:buChar char="•"/>
              <a:tabLst>
                <a:tab pos="457200" algn="l"/>
              </a:tabLst>
            </a:pPr>
            <a:r>
              <a:rPr lang="en-US" sz="1800" dirty="0">
                <a:latin typeface="Segoe UI"/>
                <a:cs typeface="Segoe UI"/>
              </a:rPr>
              <a:t>Supply surprises quickly affect foreign borrowing costs</a:t>
            </a:r>
          </a:p>
        </p:txBody>
      </p:sp>
      <p:sp>
        <p:nvSpPr>
          <p:cNvPr id="13" name="Content Placeholder 8">
            <a:extLst>
              <a:ext uri="{FF2B5EF4-FFF2-40B4-BE49-F238E27FC236}">
                <a16:creationId xmlns:a16="http://schemas.microsoft.com/office/drawing/2014/main" id="{10C326FF-A7E3-F929-5050-567E52023161}"/>
              </a:ext>
            </a:extLst>
          </p:cNvPr>
          <p:cNvSpPr txBox="1">
            <a:spLocks/>
          </p:cNvSpPr>
          <p:nvPr/>
        </p:nvSpPr>
        <p:spPr>
          <a:xfrm>
            <a:off x="205740" y="4007556"/>
            <a:ext cx="4971061" cy="1966503"/>
          </a:xfrm>
          <a:prstGeom prst="rect">
            <a:avLst/>
          </a:prstGeom>
        </p:spPr>
        <p:txBody>
          <a:bodyPr vert="horz" lIns="0" tIns="137160" rIns="0" bIns="0" rtlCol="0" anchor="t">
            <a:normAutofit/>
          </a:bodyPr>
          <a:lstStyle>
            <a:lvl1pPr marL="0" indent="0" algn="l" defTabSz="914314" rtl="0" eaLnBrk="1" latinLnBrk="0" hangingPunct="1">
              <a:spcBef>
                <a:spcPts val="2400"/>
              </a:spcBef>
              <a:buClr>
                <a:schemeClr val="accent1"/>
              </a:buClr>
              <a:buSzPct val="110000"/>
              <a:buFont typeface="Wingdings" charset="2"/>
              <a:buNone/>
              <a:tabLst/>
              <a:defRPr sz="2000" kern="1200">
                <a:solidFill>
                  <a:schemeClr val="tx1"/>
                </a:solidFill>
                <a:latin typeface="+mn-lt"/>
                <a:ea typeface="+mn-ea"/>
                <a:cs typeface="+mn-cs"/>
              </a:defRPr>
            </a:lvl1pPr>
            <a:lvl2pPr marL="233363" indent="-233363" algn="l" defTabSz="914314" rtl="0" eaLnBrk="1" latinLnBrk="0" hangingPunct="1">
              <a:spcBef>
                <a:spcPts val="600"/>
              </a:spcBef>
              <a:buClr>
                <a:schemeClr val="accent1"/>
              </a:buClr>
              <a:buSzPct val="100000"/>
              <a:buFont typeface="Wingdings" pitchFamily="2" charset="2"/>
              <a:buChar char="§"/>
              <a:tabLst/>
              <a:defRPr sz="2000" kern="1200">
                <a:solidFill>
                  <a:schemeClr val="tx1"/>
                </a:solidFill>
                <a:latin typeface="+mn-lt"/>
                <a:ea typeface="+mn-ea"/>
                <a:cs typeface="+mn-cs"/>
              </a:defRPr>
            </a:lvl2pPr>
            <a:lvl3pPr marL="458788" indent="-225425" algn="l" defTabSz="914314" rtl="0" eaLnBrk="1" latinLnBrk="0" hangingPunct="1">
              <a:spcBef>
                <a:spcPts val="600"/>
              </a:spcBef>
              <a:buClr>
                <a:schemeClr val="bg1">
                  <a:lumMod val="50000"/>
                </a:schemeClr>
              </a:buClr>
              <a:buSzPct val="65000"/>
              <a:buFont typeface="Lucida Grande" panose="020B0600040502020204" pitchFamily="34" charset="0"/>
              <a:buChar char="▶"/>
              <a:tabLst/>
              <a:defRPr sz="2000" kern="1200">
                <a:solidFill>
                  <a:schemeClr val="tx1"/>
                </a:solidFill>
                <a:latin typeface="+mn-lt"/>
                <a:ea typeface="+mn-ea"/>
                <a:cs typeface="+mn-cs"/>
              </a:defRPr>
            </a:lvl3pPr>
            <a:lvl4pPr marL="692150" indent="-233363" algn="l" defTabSz="914314" rtl="0" eaLnBrk="1" latinLnBrk="0" hangingPunct="1">
              <a:spcBef>
                <a:spcPts val="600"/>
              </a:spcBef>
              <a:buClr>
                <a:schemeClr val="accent1"/>
              </a:buClr>
              <a:buSzPct val="100000"/>
              <a:buFont typeface="LucidaGrande" charset="0"/>
              <a:buChar char="◆"/>
              <a:tabLst/>
              <a:defRPr sz="2000" kern="1200">
                <a:solidFill>
                  <a:schemeClr val="tx1"/>
                </a:solidFill>
                <a:latin typeface="+mn-lt"/>
                <a:ea typeface="+mn-ea"/>
                <a:cs typeface="+mn-cs"/>
              </a:defRPr>
            </a:lvl4pPr>
            <a:lvl5pPr marL="917575" indent="-225425" algn="l" defTabSz="914314" rtl="0" eaLnBrk="1" latinLnBrk="0" hangingPunct="1">
              <a:spcBef>
                <a:spcPts val="600"/>
              </a:spcBef>
              <a:buClr>
                <a:schemeClr val="bg1">
                  <a:lumMod val="50000"/>
                </a:schemeClr>
              </a:buClr>
              <a:buFont typeface=".HelveticaNeueDeskInterface-Regular"/>
              <a:buChar char="●"/>
              <a:tabLst/>
              <a:defRPr sz="2000" kern="1200">
                <a:solidFill>
                  <a:schemeClr val="tx1"/>
                </a:solidFill>
                <a:latin typeface="+mn-lt"/>
                <a:ea typeface="+mn-ea"/>
                <a:cs typeface="+mn-cs"/>
              </a:defRPr>
            </a:lvl5pPr>
            <a:lvl6pPr marL="2514364"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522"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79"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35"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spcBef>
                <a:spcPts val="600"/>
              </a:spcBef>
              <a:spcAft>
                <a:spcPts val="600"/>
              </a:spcAft>
              <a:buClrTx/>
              <a:tabLst>
                <a:tab pos="457200" algn="l"/>
              </a:tabLst>
            </a:pPr>
            <a:r>
              <a:rPr lang="en-US" sz="1800" b="1" dirty="0">
                <a:latin typeface="Segoe UI"/>
                <a:cs typeface="Segoe UI"/>
              </a:rPr>
              <a:t>U.S. Policy Response</a:t>
            </a:r>
          </a:p>
          <a:p>
            <a:pPr>
              <a:lnSpc>
                <a:spcPct val="120000"/>
              </a:lnSpc>
              <a:spcBef>
                <a:spcPts val="600"/>
              </a:spcBef>
              <a:spcAft>
                <a:spcPts val="600"/>
              </a:spcAft>
              <a:buClrTx/>
              <a:tabLst>
                <a:tab pos="457200" algn="l"/>
              </a:tabLst>
            </a:pPr>
            <a:r>
              <a:rPr lang="en-US" sz="1800" dirty="0">
                <a:latin typeface="Segoe UI"/>
                <a:cs typeface="Segoe UI"/>
              </a:rPr>
              <a:t>Fiscal consolidation to reduce spillover frequency and magnitude</a:t>
            </a:r>
          </a:p>
          <a:p>
            <a:pPr>
              <a:lnSpc>
                <a:spcPct val="120000"/>
              </a:lnSpc>
              <a:spcBef>
                <a:spcPts val="600"/>
              </a:spcBef>
              <a:spcAft>
                <a:spcPts val="600"/>
              </a:spcAft>
              <a:buClrTx/>
              <a:tabLst>
                <a:tab pos="457200" algn="l"/>
              </a:tabLst>
            </a:pPr>
            <a:endParaRPr lang="en-US" sz="1800" dirty="0">
              <a:latin typeface="Segoe UI"/>
              <a:cs typeface="Segoe UI"/>
            </a:endParaRPr>
          </a:p>
        </p:txBody>
      </p:sp>
      <p:sp>
        <p:nvSpPr>
          <p:cNvPr id="16" name="Content Placeholder 8">
            <a:extLst>
              <a:ext uri="{FF2B5EF4-FFF2-40B4-BE49-F238E27FC236}">
                <a16:creationId xmlns:a16="http://schemas.microsoft.com/office/drawing/2014/main" id="{CC6EF5C6-0DD6-07C3-73CC-0FD5632BEAD1}"/>
              </a:ext>
            </a:extLst>
          </p:cNvPr>
          <p:cNvSpPr txBox="1">
            <a:spLocks/>
          </p:cNvSpPr>
          <p:nvPr/>
        </p:nvSpPr>
        <p:spPr>
          <a:xfrm>
            <a:off x="5825067" y="4007557"/>
            <a:ext cx="6238399" cy="2619021"/>
          </a:xfrm>
          <a:prstGeom prst="rect">
            <a:avLst/>
          </a:prstGeom>
        </p:spPr>
        <p:txBody>
          <a:bodyPr vert="horz" lIns="0" tIns="137160" rIns="0" bIns="0" rtlCol="0" anchor="t">
            <a:normAutofit fontScale="25000" lnSpcReduction="20000"/>
          </a:bodyPr>
          <a:lstStyle>
            <a:lvl1pPr marL="0" indent="0" algn="l" defTabSz="914314" rtl="0" eaLnBrk="1" latinLnBrk="0" hangingPunct="1">
              <a:spcBef>
                <a:spcPts val="2400"/>
              </a:spcBef>
              <a:buClr>
                <a:schemeClr val="accent1"/>
              </a:buClr>
              <a:buSzPct val="110000"/>
              <a:buFont typeface="Wingdings" charset="2"/>
              <a:buNone/>
              <a:tabLst/>
              <a:defRPr sz="2000" kern="1200">
                <a:solidFill>
                  <a:schemeClr val="tx1"/>
                </a:solidFill>
                <a:latin typeface="+mn-lt"/>
                <a:ea typeface="+mn-ea"/>
                <a:cs typeface="+mn-cs"/>
              </a:defRPr>
            </a:lvl1pPr>
            <a:lvl2pPr marL="233363" indent="-233363" algn="l" defTabSz="914314" rtl="0" eaLnBrk="1" latinLnBrk="0" hangingPunct="1">
              <a:spcBef>
                <a:spcPts val="600"/>
              </a:spcBef>
              <a:buClr>
                <a:schemeClr val="accent1"/>
              </a:buClr>
              <a:buSzPct val="100000"/>
              <a:buFont typeface="Wingdings" pitchFamily="2" charset="2"/>
              <a:buChar char="§"/>
              <a:tabLst/>
              <a:defRPr sz="2000" kern="1200">
                <a:solidFill>
                  <a:schemeClr val="tx1"/>
                </a:solidFill>
                <a:latin typeface="+mn-lt"/>
                <a:ea typeface="+mn-ea"/>
                <a:cs typeface="+mn-cs"/>
              </a:defRPr>
            </a:lvl2pPr>
            <a:lvl3pPr marL="458788" indent="-225425" algn="l" defTabSz="914314" rtl="0" eaLnBrk="1" latinLnBrk="0" hangingPunct="1">
              <a:spcBef>
                <a:spcPts val="600"/>
              </a:spcBef>
              <a:buClr>
                <a:schemeClr val="bg1">
                  <a:lumMod val="50000"/>
                </a:schemeClr>
              </a:buClr>
              <a:buSzPct val="65000"/>
              <a:buFont typeface="Lucida Grande" panose="020B0600040502020204" pitchFamily="34" charset="0"/>
              <a:buChar char="▶"/>
              <a:tabLst/>
              <a:defRPr sz="2000" kern="1200">
                <a:solidFill>
                  <a:schemeClr val="tx1"/>
                </a:solidFill>
                <a:latin typeface="+mn-lt"/>
                <a:ea typeface="+mn-ea"/>
                <a:cs typeface="+mn-cs"/>
              </a:defRPr>
            </a:lvl3pPr>
            <a:lvl4pPr marL="692150" indent="-233363" algn="l" defTabSz="914314" rtl="0" eaLnBrk="1" latinLnBrk="0" hangingPunct="1">
              <a:spcBef>
                <a:spcPts val="600"/>
              </a:spcBef>
              <a:buClr>
                <a:schemeClr val="accent1"/>
              </a:buClr>
              <a:buSzPct val="100000"/>
              <a:buFont typeface="LucidaGrande" charset="0"/>
              <a:buChar char="◆"/>
              <a:tabLst/>
              <a:defRPr sz="2000" kern="1200">
                <a:solidFill>
                  <a:schemeClr val="tx1"/>
                </a:solidFill>
                <a:latin typeface="+mn-lt"/>
                <a:ea typeface="+mn-ea"/>
                <a:cs typeface="+mn-cs"/>
              </a:defRPr>
            </a:lvl4pPr>
            <a:lvl5pPr marL="917575" indent="-225425" algn="l" defTabSz="914314" rtl="0" eaLnBrk="1" latinLnBrk="0" hangingPunct="1">
              <a:spcBef>
                <a:spcPts val="600"/>
              </a:spcBef>
              <a:buClr>
                <a:schemeClr val="bg1">
                  <a:lumMod val="50000"/>
                </a:schemeClr>
              </a:buClr>
              <a:buFont typeface=".HelveticaNeueDeskInterface-Regular"/>
              <a:buChar char="●"/>
              <a:tabLst/>
              <a:defRPr sz="2000" kern="1200">
                <a:solidFill>
                  <a:schemeClr val="tx1"/>
                </a:solidFill>
                <a:latin typeface="+mn-lt"/>
                <a:ea typeface="+mn-ea"/>
                <a:cs typeface="+mn-cs"/>
              </a:defRPr>
            </a:lvl5pPr>
            <a:lvl6pPr marL="2514364"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522"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79"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35"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lnSpc>
                <a:spcPct val="120000"/>
              </a:lnSpc>
              <a:spcBef>
                <a:spcPts val="600"/>
              </a:spcBef>
              <a:spcAft>
                <a:spcPts val="600"/>
              </a:spcAft>
              <a:buClrTx/>
              <a:tabLst>
                <a:tab pos="457200" algn="l"/>
              </a:tabLst>
            </a:pPr>
            <a:r>
              <a:rPr lang="en-US" sz="7200" b="1" dirty="0">
                <a:latin typeface="Segoe UI"/>
                <a:cs typeface="Segoe UI"/>
              </a:rPr>
              <a:t>Foreign Policy Response</a:t>
            </a:r>
          </a:p>
          <a:p>
            <a:pPr>
              <a:lnSpc>
                <a:spcPct val="120000"/>
              </a:lnSpc>
              <a:spcBef>
                <a:spcPts val="600"/>
              </a:spcBef>
              <a:spcAft>
                <a:spcPts val="600"/>
              </a:spcAft>
              <a:buClrTx/>
              <a:tabLst>
                <a:tab pos="457200" algn="l"/>
              </a:tabLst>
            </a:pPr>
            <a:r>
              <a:rPr lang="en-US" sz="7200" dirty="0">
                <a:latin typeface="Segoe UI"/>
                <a:cs typeface="Segoe UI"/>
              </a:rPr>
              <a:t>Fiscal space provides insurance against spillovers</a:t>
            </a:r>
          </a:p>
          <a:p>
            <a:pPr>
              <a:lnSpc>
                <a:spcPct val="120000"/>
              </a:lnSpc>
              <a:spcBef>
                <a:spcPts val="600"/>
              </a:spcBef>
              <a:spcAft>
                <a:spcPts val="600"/>
              </a:spcAft>
              <a:buClrTx/>
              <a:tabLst>
                <a:tab pos="457200" algn="l"/>
              </a:tabLst>
            </a:pPr>
            <a:r>
              <a:rPr lang="en-US" sz="7200" dirty="0">
                <a:latin typeface="Segoe UI"/>
                <a:cs typeface="Segoe UI"/>
              </a:rPr>
              <a:t>Diversify creditor base (reduce foreign investor concentration)</a:t>
            </a:r>
          </a:p>
          <a:p>
            <a:pPr>
              <a:lnSpc>
                <a:spcPct val="120000"/>
              </a:lnSpc>
              <a:spcBef>
                <a:spcPts val="600"/>
              </a:spcBef>
              <a:spcAft>
                <a:spcPts val="600"/>
              </a:spcAft>
              <a:buClrTx/>
              <a:tabLst>
                <a:tab pos="457200" algn="l"/>
              </a:tabLst>
            </a:pPr>
            <a:r>
              <a:rPr lang="en-US" sz="7200" dirty="0">
                <a:latin typeface="Segoe UI"/>
                <a:cs typeface="Segoe UI"/>
              </a:rPr>
              <a:t>Extend debt maturity profiles to reduce rollover risk</a:t>
            </a:r>
          </a:p>
          <a:p>
            <a:pPr>
              <a:lnSpc>
                <a:spcPct val="120000"/>
              </a:lnSpc>
              <a:spcBef>
                <a:spcPts val="600"/>
              </a:spcBef>
              <a:spcAft>
                <a:spcPts val="600"/>
              </a:spcAft>
              <a:buClrTx/>
              <a:tabLst>
                <a:tab pos="457200" algn="l"/>
              </a:tabLst>
            </a:pPr>
            <a:r>
              <a:rPr lang="en-US" sz="7200" dirty="0">
                <a:latin typeface="Segoe UI"/>
                <a:cs typeface="Segoe UI"/>
              </a:rPr>
              <a:t>Build buffers during U.S. easing cycles</a:t>
            </a:r>
          </a:p>
          <a:p>
            <a:pPr>
              <a:lnSpc>
                <a:spcPct val="120000"/>
              </a:lnSpc>
              <a:spcBef>
                <a:spcPts val="600"/>
              </a:spcBef>
              <a:spcAft>
                <a:spcPts val="600"/>
              </a:spcAft>
              <a:buClrTx/>
              <a:tabLst>
                <a:tab pos="457200" algn="l"/>
              </a:tabLst>
            </a:pPr>
            <a:r>
              <a:rPr lang="en-US" sz="7200" dirty="0">
                <a:latin typeface="Segoe UI"/>
                <a:cs typeface="Segoe UI"/>
              </a:rPr>
              <a:t>Prepare contingency fiscal plans for U.S. tightening scenarios</a:t>
            </a:r>
          </a:p>
          <a:p>
            <a:pPr algn="ctr">
              <a:lnSpc>
                <a:spcPct val="200000"/>
              </a:lnSpc>
              <a:spcBef>
                <a:spcPts val="800"/>
              </a:spcBef>
              <a:spcAft>
                <a:spcPts val="600"/>
              </a:spcAft>
              <a:buClrTx/>
              <a:tabLst>
                <a:tab pos="457200" algn="l"/>
              </a:tabLst>
            </a:pPr>
            <a:endParaRPr lang="en-US" sz="1600" dirty="0">
              <a:latin typeface="Segoe UI"/>
              <a:cs typeface="Segoe UI"/>
            </a:endParaRPr>
          </a:p>
        </p:txBody>
      </p:sp>
      <p:cxnSp>
        <p:nvCxnSpPr>
          <p:cNvPr id="18" name="Straight Connector 17">
            <a:extLst>
              <a:ext uri="{FF2B5EF4-FFF2-40B4-BE49-F238E27FC236}">
                <a16:creationId xmlns:a16="http://schemas.microsoft.com/office/drawing/2014/main" id="{D7BFA045-9DEC-66F4-B498-E6E33AE31061}"/>
              </a:ext>
            </a:extLst>
          </p:cNvPr>
          <p:cNvCxnSpPr/>
          <p:nvPr/>
        </p:nvCxnSpPr>
        <p:spPr>
          <a:xfrm>
            <a:off x="5652092" y="4007556"/>
            <a:ext cx="0" cy="2528711"/>
          </a:xfrm>
          <a:prstGeom prst="line">
            <a:avLst/>
          </a:prstGeom>
        </p:spPr>
        <p:style>
          <a:lnRef idx="2">
            <a:schemeClr val="dk1"/>
          </a:lnRef>
          <a:fillRef idx="0">
            <a:schemeClr val="dk1"/>
          </a:fillRef>
          <a:effectRef idx="1">
            <a:schemeClr val="dk1"/>
          </a:effectRef>
          <a:fontRef idx="minor">
            <a:schemeClr val="tx1"/>
          </a:fontRef>
        </p:style>
      </p:cxnSp>
      <p:cxnSp>
        <p:nvCxnSpPr>
          <p:cNvPr id="20" name="Straight Arrow Connector 19">
            <a:extLst>
              <a:ext uri="{FF2B5EF4-FFF2-40B4-BE49-F238E27FC236}">
                <a16:creationId xmlns:a16="http://schemas.microsoft.com/office/drawing/2014/main" id="{F8E55E95-ECC2-14DA-D1DD-25FB7D8AF4FE}"/>
              </a:ext>
            </a:extLst>
          </p:cNvPr>
          <p:cNvCxnSpPr>
            <a:cxnSpLocks/>
          </p:cNvCxnSpPr>
          <p:nvPr/>
        </p:nvCxnSpPr>
        <p:spPr>
          <a:xfrm>
            <a:off x="2286558" y="1755810"/>
            <a:ext cx="372533" cy="304800"/>
          </a:xfrm>
          <a:prstGeom prst="straightConnector1">
            <a:avLst/>
          </a:prstGeom>
          <a:ln>
            <a:headEnd type="none" w="med" len="med"/>
            <a:tailEnd type="arrow" w="med" len="med"/>
          </a:ln>
        </p:spPr>
        <p:style>
          <a:lnRef idx="3">
            <a:schemeClr val="dk1"/>
          </a:lnRef>
          <a:fillRef idx="0">
            <a:schemeClr val="dk1"/>
          </a:fillRef>
          <a:effectRef idx="2">
            <a:schemeClr val="dk1"/>
          </a:effectRef>
          <a:fontRef idx="minor">
            <a:schemeClr val="tx1"/>
          </a:fontRef>
        </p:style>
      </p:cxnSp>
      <p:cxnSp>
        <p:nvCxnSpPr>
          <p:cNvPr id="22" name="Straight Arrow Connector 21">
            <a:extLst>
              <a:ext uri="{FF2B5EF4-FFF2-40B4-BE49-F238E27FC236}">
                <a16:creationId xmlns:a16="http://schemas.microsoft.com/office/drawing/2014/main" id="{36533569-2088-7E2F-E8BF-45D7FCDD0187}"/>
              </a:ext>
            </a:extLst>
          </p:cNvPr>
          <p:cNvCxnSpPr>
            <a:cxnSpLocks/>
          </p:cNvCxnSpPr>
          <p:nvPr/>
        </p:nvCxnSpPr>
        <p:spPr>
          <a:xfrm flipH="1">
            <a:off x="8082843" y="1740070"/>
            <a:ext cx="386643" cy="289066"/>
          </a:xfrm>
          <a:prstGeom prst="straightConnector1">
            <a:avLst/>
          </a:prstGeom>
          <a:ln>
            <a:headEnd type="none" w="med" len="med"/>
            <a:tailEnd type="arrow" w="med" len="med"/>
          </a:ln>
        </p:spPr>
        <p:style>
          <a:lnRef idx="3">
            <a:schemeClr val="dk1"/>
          </a:lnRef>
          <a:fillRef idx="0">
            <a:schemeClr val="dk1"/>
          </a:fillRef>
          <a:effectRef idx="2">
            <a:schemeClr val="dk1"/>
          </a:effectRef>
          <a:fontRef idx="minor">
            <a:schemeClr val="tx1"/>
          </a:fontRef>
        </p:style>
      </p:cxnSp>
      <p:cxnSp>
        <p:nvCxnSpPr>
          <p:cNvPr id="25" name="Straight Arrow Connector 24">
            <a:extLst>
              <a:ext uri="{FF2B5EF4-FFF2-40B4-BE49-F238E27FC236}">
                <a16:creationId xmlns:a16="http://schemas.microsoft.com/office/drawing/2014/main" id="{E5EA2FCF-CBBE-277E-2A09-A50F9CA04B81}"/>
              </a:ext>
            </a:extLst>
          </p:cNvPr>
          <p:cNvCxnSpPr>
            <a:cxnSpLocks/>
          </p:cNvCxnSpPr>
          <p:nvPr/>
        </p:nvCxnSpPr>
        <p:spPr>
          <a:xfrm>
            <a:off x="6096000" y="1734983"/>
            <a:ext cx="0" cy="325627"/>
          </a:xfrm>
          <a:prstGeom prst="straightConnector1">
            <a:avLst/>
          </a:prstGeom>
          <a:ln>
            <a:headEnd type="none" w="med" len="med"/>
            <a:tailEnd type="arrow" w="med" len="med"/>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8652135"/>
      </p:ext>
    </p:extLst>
  </p:cSld>
  <p:clrMapOvr>
    <a:masterClrMapping/>
  </p:clrMapOvr>
</p:sld>
</file>

<file path=ppt/theme/theme1.xml><?xml version="1.0" encoding="utf-8"?>
<a:theme xmlns:a="http://schemas.openxmlformats.org/drawingml/2006/main" name="Custom Design">
  <a:themeElements>
    <a:clrScheme name="Custom 1">
      <a:dk1>
        <a:srgbClr val="000000"/>
      </a:dk1>
      <a:lt1>
        <a:srgbClr val="FEFEFE"/>
      </a:lt1>
      <a:dk2>
        <a:srgbClr val="004C97"/>
      </a:dk2>
      <a:lt2>
        <a:srgbClr val="CAEDFE"/>
      </a:lt2>
      <a:accent1>
        <a:srgbClr val="009CDE"/>
      </a:accent1>
      <a:accent2>
        <a:srgbClr val="F1A800"/>
      </a:accent2>
      <a:accent3>
        <a:srgbClr val="712EA5"/>
      </a:accent3>
      <a:accent4>
        <a:srgbClr val="DA281C"/>
      </a:accent4>
      <a:accent5>
        <a:srgbClr val="78BE20"/>
      </a:accent5>
      <a:accent6>
        <a:srgbClr val="00B0B9"/>
      </a:accent6>
      <a:hlink>
        <a:srgbClr val="0065B3"/>
      </a:hlink>
      <a:folHlink>
        <a:srgbClr val="FFBD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IMF-ExternalPowerPoint" id="{1321CDCF-73F3-F24E-AE22-CEC7E53E1B8D}" vid="{BD453AAE-108E-BA46-89C7-F4098155657C}"/>
    </a:ext>
  </a:extLst>
</a:theme>
</file>

<file path=ppt/theme/theme2.xml><?xml version="1.0" encoding="utf-8"?>
<a:theme xmlns:a="http://schemas.openxmlformats.org/drawingml/2006/main" name="Theme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Custom Design">
  <a:themeElements>
    <a:clrScheme name="IMF Colors V2">
      <a:dk1>
        <a:srgbClr val="000000"/>
      </a:dk1>
      <a:lt1>
        <a:srgbClr val="FEFEFE"/>
      </a:lt1>
      <a:dk2>
        <a:srgbClr val="004C97"/>
      </a:dk2>
      <a:lt2>
        <a:srgbClr val="CAEDFE"/>
      </a:lt2>
      <a:accent1>
        <a:srgbClr val="009CDE"/>
      </a:accent1>
      <a:accent2>
        <a:srgbClr val="F2A900"/>
      </a:accent2>
      <a:accent3>
        <a:srgbClr val="8030A7"/>
      </a:accent3>
      <a:accent4>
        <a:srgbClr val="DA281C"/>
      </a:accent4>
      <a:accent5>
        <a:srgbClr val="78BE20"/>
      </a:accent5>
      <a:accent6>
        <a:srgbClr val="00B0B9"/>
      </a:accent6>
      <a:hlink>
        <a:srgbClr val="0065B3"/>
      </a:hlink>
      <a:folHlink>
        <a:srgbClr val="FFBD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IMF-FAD_FM_PresentationTemplate-General" id="{FDA6DCDC-11C6-1946-AE65-40EB945D24E6}" vid="{85173D92-E34E-9E49-8E91-C57F415B0A2D}"/>
    </a:ext>
  </a:extLst>
</a:theme>
</file>

<file path=ppt/theme/theme4.xml><?xml version="1.0" encoding="utf-8"?>
<a:theme xmlns:a="http://schemas.openxmlformats.org/drawingml/2006/main" name="1_Theme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25748</TotalTime>
  <Words>1193</Words>
  <Application>Microsoft Office PowerPoint</Application>
  <PresentationFormat>Widescreen</PresentationFormat>
  <Paragraphs>137</Paragraphs>
  <Slides>13</Slides>
  <Notes>13</Notes>
  <HiddenSlides>0</HiddenSlides>
  <MMClips>0</MMClips>
  <ScaleCrop>false</ScaleCrop>
  <HeadingPairs>
    <vt:vector size="8" baseType="variant">
      <vt:variant>
        <vt:lpstr>Fonts Used</vt:lpstr>
      </vt:variant>
      <vt:variant>
        <vt:i4>14</vt:i4>
      </vt:variant>
      <vt:variant>
        <vt:lpstr>Theme</vt:lpstr>
      </vt:variant>
      <vt:variant>
        <vt:i4>4</vt:i4>
      </vt:variant>
      <vt:variant>
        <vt:lpstr>Embedded OLE Servers</vt:lpstr>
      </vt:variant>
      <vt:variant>
        <vt:i4>1</vt:i4>
      </vt:variant>
      <vt:variant>
        <vt:lpstr>Slide Titles</vt:lpstr>
      </vt:variant>
      <vt:variant>
        <vt:i4>13</vt:i4>
      </vt:variant>
    </vt:vector>
  </HeadingPairs>
  <TitlesOfParts>
    <vt:vector size="32" baseType="lpstr">
      <vt:lpstr>.HelveticaNeueDeskInterface-Regular</vt:lpstr>
      <vt:lpstr>ArialMT</vt:lpstr>
      <vt:lpstr>Gill Sans</vt:lpstr>
      <vt:lpstr>Lucida Grande</vt:lpstr>
      <vt:lpstr>LucidaGrande</vt:lpstr>
      <vt:lpstr>SimSun</vt:lpstr>
      <vt:lpstr>Arial</vt:lpstr>
      <vt:lpstr>Arial Black</vt:lpstr>
      <vt:lpstr>Calibri</vt:lpstr>
      <vt:lpstr>Cambria Math</vt:lpstr>
      <vt:lpstr>Franklin Gothic Medium</vt:lpstr>
      <vt:lpstr>Lucida Sans Unicode</vt:lpstr>
      <vt:lpstr>Segoe UI</vt:lpstr>
      <vt:lpstr>Wingdings</vt:lpstr>
      <vt:lpstr>Custom Design</vt:lpstr>
      <vt:lpstr>Theme1</vt:lpstr>
      <vt:lpstr>1_Custom Design</vt:lpstr>
      <vt:lpstr>1_Theme1</vt:lpstr>
      <vt:lpstr>Equation</vt:lpstr>
      <vt:lpstr>Global Spillovers from U.S. Bond Supply Shocks  </vt:lpstr>
      <vt:lpstr>Structural Shifts in U.S. Fiscal Policy Create Global Spillover Triggers</vt:lpstr>
      <vt:lpstr>This Project Research Question and Contribution</vt:lpstr>
      <vt:lpstr>Identifying U.S. Treasury Supply Shocks From Auction Surprises</vt:lpstr>
      <vt:lpstr>U.S. Treasury Supply Shocks Transmit to Global Bond Markets</vt:lpstr>
      <vt:lpstr>Real Spillovers are Larger Abroad Than in the U.S.</vt:lpstr>
      <vt:lpstr>Why are Foreign Effects Larger than Domestic Effects? Three Channels Reinforce Each Other</vt:lpstr>
      <vt:lpstr>Spillovers heterogeneity</vt:lpstr>
      <vt:lpstr>Two Dimensions Explain Heterogeneity</vt:lpstr>
      <vt:lpstr>Financial Integration Amplifies Output Losses Open capital accounts and larger foreign investor bases strengthen portfolio-balance transmission</vt:lpstr>
      <vt:lpstr>Policy Buffers Matter: Stronger Fundamentals Reduce Spillovers Countries with stronger current accounts and more fiscal space experience smaller output losses</vt:lpstr>
      <vt:lpstr>Conclusion</vt:lpstr>
      <vt:lpstr>Policy Implications for Policymakers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Spring Meetings 2019 Kitchen Sink Slides</dc:title>
  <dc:creator>Thirkill, David Anthony</dc:creator>
  <cp:lastModifiedBy>Smirnov, Danila</cp:lastModifiedBy>
  <cp:revision>383</cp:revision>
  <cp:lastPrinted>2026-03-30T21:20:01Z</cp:lastPrinted>
  <dcterms:created xsi:type="dcterms:W3CDTF">2019-02-21T20:58:50Z</dcterms:created>
  <dcterms:modified xsi:type="dcterms:W3CDTF">2026-09-08T08:00:54Z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eDOCS AutoSave">
    <vt:lpwstr/>
  </property>
  <property fmtid="{D5CDD505-2E9C-101B-9397-08002B2CF9AE}" pid="3" name="MSIP_Label_0c07ed86-5dc5-4593-ad03-a8684b843815_Enabled">
    <vt:lpwstr>True</vt:lpwstr>
  </property>
  <property fmtid="{D5CDD505-2E9C-101B-9397-08002B2CF9AE}" pid="4" name="MSIP_Label_0c07ed86-5dc5-4593-ad03-a8684b843815_SiteId">
    <vt:lpwstr>8085fa43-302e-45bd-b171-a6648c3b6be7</vt:lpwstr>
  </property>
  <property fmtid="{D5CDD505-2E9C-101B-9397-08002B2CF9AE}" pid="5" name="MSIP_Label_0c07ed86-5dc5-4593-ad03-a8684b843815_Owner">
    <vt:lpwstr>DAmaglobeli@IMF.ORG</vt:lpwstr>
  </property>
  <property fmtid="{D5CDD505-2E9C-101B-9397-08002B2CF9AE}" pid="6" name="MSIP_Label_0c07ed86-5dc5-4593-ad03-a8684b843815_SetDate">
    <vt:lpwstr>2019-03-19T12:37:41.8755965Z</vt:lpwstr>
  </property>
  <property fmtid="{D5CDD505-2E9C-101B-9397-08002B2CF9AE}" pid="7" name="MSIP_Label_0c07ed86-5dc5-4593-ad03-a8684b843815_Name">
    <vt:lpwstr>FOR OFFICIAL USE ONLY</vt:lpwstr>
  </property>
  <property fmtid="{D5CDD505-2E9C-101B-9397-08002B2CF9AE}" pid="8" name="MSIP_Label_0c07ed86-5dc5-4593-ad03-a8684b843815_Application">
    <vt:lpwstr>Microsoft Azure Information Protection</vt:lpwstr>
  </property>
  <property fmtid="{D5CDD505-2E9C-101B-9397-08002B2CF9AE}" pid="9" name="MSIP_Label_0c07ed86-5dc5-4593-ad03-a8684b843815_Extended_MSFT_Method">
    <vt:lpwstr>Automatic</vt:lpwstr>
  </property>
  <property fmtid="{D5CDD505-2E9C-101B-9397-08002B2CF9AE}" pid="10" name="Sensitivity">
    <vt:lpwstr>FOR OFFICIAL USE ONLY</vt:lpwstr>
  </property>
</Properties>
</file>